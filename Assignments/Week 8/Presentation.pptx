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media/image58.png" ContentType="image/png"/>
  <Override PartName="/ppt/media/image16.jpeg" ContentType="image/jpeg"/>
  <Override PartName="/ppt/media/image56.png" ContentType="image/png"/>
  <Override PartName="/ppt/media/image43.jpeg" ContentType="image/jpeg"/>
  <Override PartName="/ppt/media/image61.png" ContentType="image/png"/>
  <Override PartName="/ppt/media/image47.png" ContentType="image/png"/>
  <Override PartName="/ppt/media/image7.png" ContentType="image/png"/>
  <Override PartName="/ppt/media/image37.png" ContentType="image/png"/>
  <Override PartName="/ppt/media/image48.png" ContentType="image/png"/>
  <Override PartName="/ppt/media/image40.png" ContentType="image/png"/>
  <Override PartName="/ppt/media/image4.png" ContentType="image/png"/>
  <Override PartName="/ppt/media/image5.png" ContentType="image/png"/>
  <Override PartName="/ppt/media/image19.jpeg" ContentType="image/jpeg"/>
  <Override PartName="/ppt/media/image50.png" ContentType="image/png"/>
  <Override PartName="/ppt/media/image33.png" ContentType="image/png"/>
  <Override PartName="/ppt/media/image59.png" ContentType="image/png"/>
  <Override PartName="/ppt/media/image10.png" ContentType="image/png"/>
  <Override PartName="/ppt/media/image22.jpeg" ContentType="image/jpeg"/>
  <Override PartName="/ppt/media/image62.png" ContentType="image/png"/>
  <Override PartName="/ppt/media/image60.png" ContentType="image/png"/>
  <Override PartName="/ppt/media/image1.png" ContentType="image/png"/>
  <Override PartName="/ppt/media/image6.png" ContentType="image/png"/>
  <Override PartName="/ppt/media/image28.png" ContentType="image/png"/>
  <Override PartName="/ppt/media/image27.png" ContentType="image/png"/>
  <Override PartName="/ppt/media/image18.jpeg" ContentType="image/jpeg"/>
  <Override PartName="/ppt/media/image2.png" ContentType="image/png"/>
  <Override PartName="/ppt/media/image21.jpeg" ContentType="image/jpeg"/>
  <Override PartName="/ppt/media/image29.png" ContentType="image/png"/>
  <Override PartName="/ppt/media/image30.png" ContentType="image/png"/>
  <Override PartName="/ppt/media/image57.png" ContentType="image/png"/>
  <Override PartName="/ppt/media/image3.png" ContentType="image/png"/>
  <Override PartName="/ppt/media/image46.png" ContentType="image/png"/>
  <Override PartName="/ppt/media/image24.jpeg" ContentType="image/jpeg"/>
  <Override PartName="/ppt/media/image23.png" ContentType="image/png"/>
  <Override PartName="/ppt/media/image53.png" ContentType="image/png"/>
  <Override PartName="/ppt/media/image20.png" ContentType="image/png"/>
  <Override PartName="/ppt/media/image8.png" ContentType="image/png"/>
  <Override PartName="/ppt/media/image52.png" ContentType="image/png"/>
  <Override PartName="/ppt/media/image39.png" ContentType="image/png"/>
  <Override PartName="/ppt/media/image17.png" ContentType="image/png"/>
  <Override PartName="/ppt/media/image31.png" ContentType="image/png"/>
  <Override PartName="/ppt/media/image11.png" ContentType="image/png"/>
  <Override PartName="/ppt/media/image15.jpeg" ContentType="image/jpeg"/>
  <Override PartName="/ppt/media/image35.png" ContentType="image/png"/>
  <Override PartName="/ppt/media/image38.jpeg" ContentType="image/jpeg"/>
  <Override PartName="/ppt/media/image14.png" ContentType="image/png"/>
  <Override PartName="/ppt/media/image12.png" ContentType="image/png"/>
  <Override PartName="/ppt/media/image9.png" ContentType="image/png"/>
  <Override PartName="/ppt/media/image49.jpeg" ContentType="image/jpeg"/>
  <Override PartName="/ppt/media/image13.png" ContentType="image/png"/>
  <Override PartName="/ppt/media/image55.png" ContentType="image/png"/>
  <Override PartName="/ppt/media/image32.png" ContentType="image/png"/>
  <Override PartName="/ppt/media/image41.jpeg" ContentType="image/jpeg"/>
  <Override PartName="/ppt/media/image26.jpeg" ContentType="image/jpeg"/>
  <Override PartName="/ppt/media/image36.jpeg" ContentType="image/jpeg"/>
  <Override PartName="/ppt/media/image51.jpeg" ContentType="image/jpeg"/>
  <Override PartName="/ppt/media/image42.png" ContentType="image/png"/>
  <Override PartName="/ppt/media/image44.png" ContentType="image/png"/>
  <Override PartName="/ppt/media/image45.jpeg" ContentType="image/jpeg"/>
  <Override PartName="/ppt/media/image25.jpeg" ContentType="image/jpeg"/>
  <Override PartName="/ppt/media/image34.png" ContentType="image/png"/>
  <Override PartName="/ppt/media/image54.png" ContentType="image/png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6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15.xml.rels" ContentType="application/vnd.openxmlformats-package.relationships+xml"/>
  <Override PartName="/ppt/slides/_rels/slide4.xml.rels" ContentType="application/vnd.openxmlformats-package.relationshi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3411200" cy="103632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05840" y="3212640"/>
            <a:ext cx="11399040" cy="7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en-US" sz="49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49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559760" y="9637920"/>
            <a:ext cx="4291200" cy="5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>
          <a:xfrm>
            <a:off x="670680" y="9637920"/>
            <a:ext cx="3084120" cy="5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9655920" y="9637920"/>
            <a:ext cx="3084120" cy="5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7431586-1F27-416D-BC3D-30F7140C6984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56800" y="530640"/>
            <a:ext cx="2056320" cy="78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49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49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70680" y="2383560"/>
            <a:ext cx="12069720" cy="68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4"/>
          </p:nvPr>
        </p:nvSpPr>
        <p:spPr>
          <a:xfrm>
            <a:off x="4559760" y="9637920"/>
            <a:ext cx="4291200" cy="5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5"/>
          </p:nvPr>
        </p:nvSpPr>
        <p:spPr>
          <a:xfrm>
            <a:off x="670680" y="9637920"/>
            <a:ext cx="3084120" cy="5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9655920" y="9637920"/>
            <a:ext cx="3084120" cy="5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191AE39-D59B-4313-98B4-FDE2AA5BB413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56800" y="530640"/>
            <a:ext cx="2056320" cy="78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49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49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70680" y="2383560"/>
            <a:ext cx="583344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906600" y="2383560"/>
            <a:ext cx="583344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7"/>
          </p:nvPr>
        </p:nvSpPr>
        <p:spPr>
          <a:xfrm>
            <a:off x="4559760" y="9637920"/>
            <a:ext cx="4291200" cy="5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8"/>
          </p:nvPr>
        </p:nvSpPr>
        <p:spPr>
          <a:xfrm>
            <a:off x="670680" y="9637920"/>
            <a:ext cx="3084120" cy="5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9655920" y="9637920"/>
            <a:ext cx="3084120" cy="5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C589D75-C282-4CDF-8ED3-3425EC2589C4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56800" y="530640"/>
            <a:ext cx="2056320" cy="78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49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49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10"/>
          </p:nvPr>
        </p:nvSpPr>
        <p:spPr>
          <a:xfrm>
            <a:off x="4559760" y="9637920"/>
            <a:ext cx="4291200" cy="5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1"/>
          </p:nvPr>
        </p:nvSpPr>
        <p:spPr>
          <a:xfrm>
            <a:off x="670680" y="9637920"/>
            <a:ext cx="3084120" cy="5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12"/>
          </p:nvPr>
        </p:nvSpPr>
        <p:spPr>
          <a:xfrm>
            <a:off x="9655920" y="9637920"/>
            <a:ext cx="3084120" cy="5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39D3348-8D97-4A9D-80AA-DF1EA2057F22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670320" y="2424960"/>
            <a:ext cx="12069360" cy="60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ftr" idx="13"/>
          </p:nvPr>
        </p:nvSpPr>
        <p:spPr>
          <a:xfrm>
            <a:off x="4559760" y="9637920"/>
            <a:ext cx="4291200" cy="5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14"/>
          </p:nvPr>
        </p:nvSpPr>
        <p:spPr>
          <a:xfrm>
            <a:off x="670680" y="9637920"/>
            <a:ext cx="3084120" cy="5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15"/>
          </p:nvPr>
        </p:nvSpPr>
        <p:spPr>
          <a:xfrm>
            <a:off x="9655920" y="9637920"/>
            <a:ext cx="3084120" cy="5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AA504B-7F3D-41D2-A691-DD5D01F0DA42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670320" y="413280"/>
            <a:ext cx="12069360" cy="173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70320" y="2424960"/>
            <a:ext cx="12069360" cy="60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jpeg"/><Relationship Id="rId3" Type="http://schemas.openxmlformats.org/officeDocument/2006/relationships/image" Target="../media/image16.jpeg"/><Relationship Id="rId4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jpeg"/><Relationship Id="rId3" Type="http://schemas.openxmlformats.org/officeDocument/2006/relationships/image" Target="../media/image22.jpeg"/><Relationship Id="rId4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jpeg"/><Relationship Id="rId3" Type="http://schemas.openxmlformats.org/officeDocument/2006/relationships/image" Target="../media/image25.jpeg"/><Relationship Id="rId4" Type="http://schemas.openxmlformats.org/officeDocument/2006/relationships/image" Target="../media/image26.jpeg"/><Relationship Id="rId5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jpeg"/><Relationship Id="rId3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jpeg"/><Relationship Id="rId4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jpeg"/><Relationship Id="rId3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jpeg"/><Relationship Id="rId3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jpeg"/><Relationship Id="rId3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jpeg"/><Relationship Id="rId3" Type="http://schemas.openxmlformats.org/officeDocument/2006/relationships/image" Target="../media/image52.png"/><Relationship Id="rId4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object 3" descr=""/>
          <p:cNvPicPr/>
          <p:nvPr/>
        </p:nvPicPr>
        <p:blipFill>
          <a:blip r:embed="rId2"/>
          <a:stretch/>
        </p:blipFill>
        <p:spPr>
          <a:xfrm>
            <a:off x="2485080" y="3806280"/>
            <a:ext cx="2003760" cy="94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object 4" descr=""/>
          <p:cNvPicPr/>
          <p:nvPr/>
        </p:nvPicPr>
        <p:blipFill>
          <a:blip r:embed="rId3"/>
          <a:stretch/>
        </p:blipFill>
        <p:spPr>
          <a:xfrm>
            <a:off x="5191200" y="3922560"/>
            <a:ext cx="2899080" cy="80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object 5" descr=""/>
          <p:cNvPicPr/>
          <p:nvPr/>
        </p:nvPicPr>
        <p:blipFill>
          <a:blip r:embed="rId4"/>
          <a:stretch/>
        </p:blipFill>
        <p:spPr>
          <a:xfrm>
            <a:off x="8788680" y="3953880"/>
            <a:ext cx="1506240" cy="71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object 6" descr=""/>
          <p:cNvPicPr/>
          <p:nvPr/>
        </p:nvPicPr>
        <p:blipFill>
          <a:blip r:embed="rId5"/>
          <a:stretch/>
        </p:blipFill>
        <p:spPr>
          <a:xfrm>
            <a:off x="4232160" y="4992480"/>
            <a:ext cx="2347200" cy="110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object 7" descr=""/>
          <p:cNvPicPr/>
          <p:nvPr/>
        </p:nvPicPr>
        <p:blipFill>
          <a:blip r:embed="rId6"/>
          <a:stretch/>
        </p:blipFill>
        <p:spPr>
          <a:xfrm>
            <a:off x="7004520" y="5074920"/>
            <a:ext cx="696600" cy="82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object 8" descr=""/>
          <p:cNvPicPr/>
          <p:nvPr/>
        </p:nvPicPr>
        <p:blipFill>
          <a:blip r:embed="rId7"/>
          <a:stretch/>
        </p:blipFill>
        <p:spPr>
          <a:xfrm>
            <a:off x="7805160" y="5481360"/>
            <a:ext cx="686160" cy="48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object 9" descr=""/>
          <p:cNvPicPr/>
          <p:nvPr/>
        </p:nvPicPr>
        <p:blipFill>
          <a:blip r:embed="rId8"/>
          <a:stretch/>
        </p:blipFill>
        <p:spPr>
          <a:xfrm>
            <a:off x="9049320" y="5313240"/>
            <a:ext cx="168480" cy="54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object 10" descr=""/>
          <p:cNvPicPr/>
          <p:nvPr/>
        </p:nvPicPr>
        <p:blipFill>
          <a:blip r:embed="rId9"/>
          <a:stretch/>
        </p:blipFill>
        <p:spPr>
          <a:xfrm>
            <a:off x="9300600" y="5496480"/>
            <a:ext cx="335160" cy="39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object 11" descr=""/>
          <p:cNvPicPr/>
          <p:nvPr/>
        </p:nvPicPr>
        <p:blipFill>
          <a:blip r:embed="rId10"/>
          <a:stretch/>
        </p:blipFill>
        <p:spPr>
          <a:xfrm>
            <a:off x="6506640" y="6218640"/>
            <a:ext cx="2751120" cy="54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object 12" descr=""/>
          <p:cNvPicPr/>
          <p:nvPr/>
        </p:nvPicPr>
        <p:blipFill>
          <a:blip r:embed="rId11"/>
          <a:stretch/>
        </p:blipFill>
        <p:spPr>
          <a:xfrm>
            <a:off x="9471240" y="6024960"/>
            <a:ext cx="245880" cy="61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object 13" descr=""/>
          <p:cNvPicPr/>
          <p:nvPr/>
        </p:nvPicPr>
        <p:blipFill>
          <a:blip r:embed="rId12"/>
          <a:stretch/>
        </p:blipFill>
        <p:spPr>
          <a:xfrm>
            <a:off x="9582840" y="6800760"/>
            <a:ext cx="75960" cy="6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object 3" descr=""/>
          <p:cNvPicPr/>
          <p:nvPr/>
        </p:nvPicPr>
        <p:blipFill>
          <a:blip r:embed="rId2"/>
          <a:stretch/>
        </p:blipFill>
        <p:spPr>
          <a:xfrm>
            <a:off x="785880" y="605160"/>
            <a:ext cx="6709680" cy="359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object 4" descr=""/>
          <p:cNvPicPr/>
          <p:nvPr/>
        </p:nvPicPr>
        <p:blipFill>
          <a:blip r:embed="rId3"/>
          <a:stretch/>
        </p:blipFill>
        <p:spPr>
          <a:xfrm>
            <a:off x="4031280" y="4605840"/>
            <a:ext cx="8355240" cy="469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object 3" descr=""/>
          <p:cNvPicPr/>
          <p:nvPr/>
        </p:nvPicPr>
        <p:blipFill>
          <a:blip r:embed="rId2"/>
          <a:stretch/>
        </p:blipFill>
        <p:spPr>
          <a:xfrm>
            <a:off x="4365720" y="5341320"/>
            <a:ext cx="8241480" cy="463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object 4" descr=""/>
          <p:cNvPicPr/>
          <p:nvPr/>
        </p:nvPicPr>
        <p:blipFill>
          <a:blip r:embed="rId3"/>
          <a:stretch/>
        </p:blipFill>
        <p:spPr>
          <a:xfrm>
            <a:off x="317160" y="354600"/>
            <a:ext cx="6684120" cy="4098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object 3" descr=""/>
          <p:cNvPicPr/>
          <p:nvPr/>
        </p:nvPicPr>
        <p:blipFill>
          <a:blip r:embed="rId2"/>
          <a:stretch/>
        </p:blipFill>
        <p:spPr>
          <a:xfrm>
            <a:off x="414360" y="378720"/>
            <a:ext cx="5201640" cy="415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object 4" descr=""/>
          <p:cNvPicPr/>
          <p:nvPr/>
        </p:nvPicPr>
        <p:blipFill>
          <a:blip r:embed="rId3"/>
          <a:stretch/>
        </p:blipFill>
        <p:spPr>
          <a:xfrm>
            <a:off x="787320" y="4789800"/>
            <a:ext cx="4269600" cy="205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object 5"/>
          <p:cNvSpPr/>
          <p:nvPr/>
        </p:nvSpPr>
        <p:spPr>
          <a:xfrm>
            <a:off x="604440" y="6874560"/>
            <a:ext cx="362484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0" lang="en-US" sz="3600" spc="309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(Mischel,</a:t>
            </a:r>
            <a:r>
              <a:rPr b="0" lang="en-US" sz="3600" spc="346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 </a:t>
            </a:r>
            <a:r>
              <a:rPr b="0" lang="en-US" sz="3600" spc="201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1972)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object 3" descr=""/>
          <p:cNvPicPr/>
          <p:nvPr/>
        </p:nvPicPr>
        <p:blipFill>
          <a:blip r:embed="rId2"/>
          <a:stretch/>
        </p:blipFill>
        <p:spPr>
          <a:xfrm>
            <a:off x="671040" y="6620400"/>
            <a:ext cx="6240240" cy="31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object 4" descr=""/>
          <p:cNvPicPr/>
          <p:nvPr/>
        </p:nvPicPr>
        <p:blipFill>
          <a:blip r:embed="rId3"/>
          <a:stretch/>
        </p:blipFill>
        <p:spPr>
          <a:xfrm>
            <a:off x="8375400" y="1106640"/>
            <a:ext cx="4056840" cy="455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object 5" descr=""/>
          <p:cNvPicPr/>
          <p:nvPr/>
        </p:nvPicPr>
        <p:blipFill>
          <a:blip r:embed="rId4"/>
          <a:stretch/>
        </p:blipFill>
        <p:spPr>
          <a:xfrm>
            <a:off x="878040" y="1551240"/>
            <a:ext cx="6622200" cy="372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object 3" descr=""/>
          <p:cNvPicPr/>
          <p:nvPr/>
        </p:nvPicPr>
        <p:blipFill>
          <a:blip r:embed="rId2"/>
          <a:stretch/>
        </p:blipFill>
        <p:spPr>
          <a:xfrm>
            <a:off x="2647800" y="4136400"/>
            <a:ext cx="1328760" cy="120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object 4" descr=""/>
          <p:cNvPicPr/>
          <p:nvPr/>
        </p:nvPicPr>
        <p:blipFill>
          <a:blip r:embed="rId3"/>
          <a:stretch/>
        </p:blipFill>
        <p:spPr>
          <a:xfrm>
            <a:off x="4467240" y="4161600"/>
            <a:ext cx="900360" cy="865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7" name="object 5"/>
          <p:cNvGrpSpPr/>
          <p:nvPr/>
        </p:nvGrpSpPr>
        <p:grpSpPr>
          <a:xfrm>
            <a:off x="6031440" y="4284360"/>
            <a:ext cx="3932280" cy="1844280"/>
            <a:chOff x="6031440" y="4284360"/>
            <a:chExt cx="3932280" cy="1844280"/>
          </a:xfrm>
        </p:grpSpPr>
        <p:pic>
          <p:nvPicPr>
            <p:cNvPr id="58" name="object 6" descr=""/>
            <p:cNvPicPr/>
            <p:nvPr/>
          </p:nvPicPr>
          <p:blipFill>
            <a:blip r:embed="rId4"/>
            <a:stretch/>
          </p:blipFill>
          <p:spPr>
            <a:xfrm>
              <a:off x="6086880" y="4284360"/>
              <a:ext cx="938160" cy="659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9" name="object 7" descr=""/>
            <p:cNvPicPr/>
            <p:nvPr/>
          </p:nvPicPr>
          <p:blipFill>
            <a:blip r:embed="rId5"/>
            <a:stretch/>
          </p:blipFill>
          <p:spPr>
            <a:xfrm>
              <a:off x="6031440" y="4635720"/>
              <a:ext cx="3932280" cy="149292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60" name="object 8" descr=""/>
          <p:cNvPicPr/>
          <p:nvPr/>
        </p:nvPicPr>
        <p:blipFill>
          <a:blip r:embed="rId6"/>
          <a:stretch/>
        </p:blipFill>
        <p:spPr>
          <a:xfrm>
            <a:off x="8947440" y="6194880"/>
            <a:ext cx="76320" cy="12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object 9" descr=""/>
          <p:cNvPicPr/>
          <p:nvPr/>
        </p:nvPicPr>
        <p:blipFill>
          <a:blip r:embed="rId7"/>
          <a:stretch/>
        </p:blipFill>
        <p:spPr>
          <a:xfrm>
            <a:off x="10849680" y="7276680"/>
            <a:ext cx="327240" cy="36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object 10"/>
          <p:cNvSpPr/>
          <p:nvPr/>
        </p:nvSpPr>
        <p:spPr>
          <a:xfrm>
            <a:off x="10983600" y="7836840"/>
            <a:ext cx="85320" cy="56160"/>
          </a:xfrm>
          <a:custGeom>
            <a:avLst/>
            <a:gdLst>
              <a:gd name="textAreaLeft" fmla="*/ 0 w 85320"/>
              <a:gd name="textAreaRight" fmla="*/ 85680 w 85320"/>
              <a:gd name="textAreaTop" fmla="*/ 0 h 56160"/>
              <a:gd name="textAreaBottom" fmla="*/ 56520 h 56160"/>
            </a:gdLst>
            <a:ahLst/>
            <a:cxnLst/>
            <a:rect l="textAreaLeft" t="textAreaTop" r="textAreaRight" b="textAreaBottom"/>
            <a:pathLst>
              <a:path w="85725" h="56515">
                <a:moveTo>
                  <a:pt x="85115" y="36360"/>
                </a:moveTo>
                <a:lnTo>
                  <a:pt x="78613" y="34683"/>
                </a:lnTo>
                <a:lnTo>
                  <a:pt x="78613" y="33286"/>
                </a:lnTo>
                <a:lnTo>
                  <a:pt x="78613" y="31800"/>
                </a:lnTo>
                <a:lnTo>
                  <a:pt x="78054" y="30480"/>
                </a:lnTo>
                <a:lnTo>
                  <a:pt x="78333" y="28105"/>
                </a:lnTo>
                <a:lnTo>
                  <a:pt x="75869" y="25260"/>
                </a:lnTo>
                <a:lnTo>
                  <a:pt x="74472" y="21869"/>
                </a:lnTo>
                <a:lnTo>
                  <a:pt x="72301" y="21082"/>
                </a:lnTo>
                <a:lnTo>
                  <a:pt x="71323" y="19939"/>
                </a:lnTo>
                <a:lnTo>
                  <a:pt x="63779" y="16078"/>
                </a:lnTo>
                <a:lnTo>
                  <a:pt x="63309" y="16052"/>
                </a:lnTo>
                <a:lnTo>
                  <a:pt x="62941" y="15671"/>
                </a:lnTo>
                <a:lnTo>
                  <a:pt x="55918" y="12750"/>
                </a:lnTo>
                <a:lnTo>
                  <a:pt x="55524" y="12750"/>
                </a:lnTo>
                <a:lnTo>
                  <a:pt x="55245" y="12496"/>
                </a:lnTo>
                <a:lnTo>
                  <a:pt x="42887" y="8140"/>
                </a:lnTo>
                <a:lnTo>
                  <a:pt x="42595" y="7988"/>
                </a:lnTo>
                <a:lnTo>
                  <a:pt x="32423" y="4711"/>
                </a:lnTo>
                <a:lnTo>
                  <a:pt x="32181" y="4610"/>
                </a:lnTo>
                <a:lnTo>
                  <a:pt x="24930" y="2387"/>
                </a:lnTo>
                <a:lnTo>
                  <a:pt x="24790" y="2413"/>
                </a:lnTo>
                <a:lnTo>
                  <a:pt x="24625" y="2260"/>
                </a:lnTo>
                <a:lnTo>
                  <a:pt x="24447" y="2260"/>
                </a:lnTo>
                <a:lnTo>
                  <a:pt x="20167" y="1041"/>
                </a:lnTo>
                <a:lnTo>
                  <a:pt x="19926" y="939"/>
                </a:lnTo>
                <a:lnTo>
                  <a:pt x="17348" y="254"/>
                </a:lnTo>
                <a:lnTo>
                  <a:pt x="16256" y="0"/>
                </a:lnTo>
                <a:lnTo>
                  <a:pt x="5537" y="1498"/>
                </a:lnTo>
                <a:lnTo>
                  <a:pt x="0" y="9525"/>
                </a:lnTo>
                <a:lnTo>
                  <a:pt x="914" y="19227"/>
                </a:lnTo>
                <a:lnTo>
                  <a:pt x="9550" y="25793"/>
                </a:lnTo>
                <a:lnTo>
                  <a:pt x="10502" y="26047"/>
                </a:lnTo>
                <a:lnTo>
                  <a:pt x="12687" y="26619"/>
                </a:lnTo>
                <a:lnTo>
                  <a:pt x="17119" y="27927"/>
                </a:lnTo>
                <a:lnTo>
                  <a:pt x="24091" y="30035"/>
                </a:lnTo>
                <a:lnTo>
                  <a:pt x="34086" y="33324"/>
                </a:lnTo>
                <a:lnTo>
                  <a:pt x="45834" y="37439"/>
                </a:lnTo>
                <a:lnTo>
                  <a:pt x="46164" y="37579"/>
                </a:lnTo>
                <a:lnTo>
                  <a:pt x="51828" y="51155"/>
                </a:lnTo>
                <a:lnTo>
                  <a:pt x="65392" y="56095"/>
                </a:lnTo>
                <a:lnTo>
                  <a:pt x="78943" y="51155"/>
                </a:lnTo>
                <a:lnTo>
                  <a:pt x="85115" y="3636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" name="object 11" descr=""/>
          <p:cNvPicPr/>
          <p:nvPr/>
        </p:nvPicPr>
        <p:blipFill>
          <a:blip r:embed="rId8"/>
          <a:stretch/>
        </p:blipFill>
        <p:spPr>
          <a:xfrm>
            <a:off x="3166200" y="7734600"/>
            <a:ext cx="511920" cy="42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object 12"/>
          <p:cNvSpPr/>
          <p:nvPr/>
        </p:nvSpPr>
        <p:spPr>
          <a:xfrm>
            <a:off x="3495960" y="8319240"/>
            <a:ext cx="55440" cy="41040"/>
          </a:xfrm>
          <a:custGeom>
            <a:avLst/>
            <a:gdLst>
              <a:gd name="textAreaLeft" fmla="*/ 0 w 55440"/>
              <a:gd name="textAreaRight" fmla="*/ 55800 w 55440"/>
              <a:gd name="textAreaTop" fmla="*/ 0 h 41040"/>
              <a:gd name="textAreaBottom" fmla="*/ 41400 h 41040"/>
            </a:gdLst>
            <a:ahLst/>
            <a:cxnLst/>
            <a:rect l="textAreaLeft" t="textAreaTop" r="textAreaRight" b="textAreaBottom"/>
            <a:pathLst>
              <a:path w="55879" h="41275">
                <a:moveTo>
                  <a:pt x="55587" y="18770"/>
                </a:moveTo>
                <a:lnTo>
                  <a:pt x="55168" y="16078"/>
                </a:lnTo>
                <a:lnTo>
                  <a:pt x="55245" y="15900"/>
                </a:lnTo>
                <a:lnTo>
                  <a:pt x="55067" y="15417"/>
                </a:lnTo>
                <a:lnTo>
                  <a:pt x="53886" y="7531"/>
                </a:lnTo>
                <a:lnTo>
                  <a:pt x="51955" y="6235"/>
                </a:lnTo>
                <a:lnTo>
                  <a:pt x="51587" y="5118"/>
                </a:lnTo>
                <a:lnTo>
                  <a:pt x="49060" y="4000"/>
                </a:lnTo>
                <a:lnTo>
                  <a:pt x="48933" y="3733"/>
                </a:lnTo>
                <a:lnTo>
                  <a:pt x="47726" y="3390"/>
                </a:lnTo>
                <a:lnTo>
                  <a:pt x="43256" y="355"/>
                </a:lnTo>
                <a:lnTo>
                  <a:pt x="42760" y="355"/>
                </a:lnTo>
                <a:lnTo>
                  <a:pt x="41427" y="622"/>
                </a:lnTo>
                <a:lnTo>
                  <a:pt x="40043" y="0"/>
                </a:lnTo>
                <a:lnTo>
                  <a:pt x="38747" y="0"/>
                </a:lnTo>
                <a:lnTo>
                  <a:pt x="37782" y="381"/>
                </a:lnTo>
                <a:lnTo>
                  <a:pt x="36868" y="101"/>
                </a:lnTo>
                <a:lnTo>
                  <a:pt x="34582" y="355"/>
                </a:lnTo>
                <a:lnTo>
                  <a:pt x="33820" y="762"/>
                </a:lnTo>
                <a:lnTo>
                  <a:pt x="32943" y="596"/>
                </a:lnTo>
                <a:lnTo>
                  <a:pt x="32588" y="596"/>
                </a:lnTo>
                <a:lnTo>
                  <a:pt x="32346" y="762"/>
                </a:lnTo>
                <a:lnTo>
                  <a:pt x="29019" y="1498"/>
                </a:lnTo>
                <a:lnTo>
                  <a:pt x="28435" y="1917"/>
                </a:lnTo>
                <a:lnTo>
                  <a:pt x="27635" y="1841"/>
                </a:lnTo>
                <a:lnTo>
                  <a:pt x="23266" y="3276"/>
                </a:lnTo>
                <a:lnTo>
                  <a:pt x="22999" y="3505"/>
                </a:lnTo>
                <a:lnTo>
                  <a:pt x="22618" y="3479"/>
                </a:lnTo>
                <a:lnTo>
                  <a:pt x="17462" y="5410"/>
                </a:lnTo>
                <a:lnTo>
                  <a:pt x="12357" y="1689"/>
                </a:lnTo>
                <a:lnTo>
                  <a:pt x="0" y="13233"/>
                </a:lnTo>
                <a:lnTo>
                  <a:pt x="127" y="28448"/>
                </a:lnTo>
                <a:lnTo>
                  <a:pt x="9994" y="40043"/>
                </a:lnTo>
                <a:lnTo>
                  <a:pt x="26885" y="40690"/>
                </a:lnTo>
                <a:lnTo>
                  <a:pt x="28282" y="34480"/>
                </a:lnTo>
                <a:lnTo>
                  <a:pt x="32829" y="32791"/>
                </a:lnTo>
                <a:lnTo>
                  <a:pt x="36410" y="31623"/>
                </a:lnTo>
                <a:lnTo>
                  <a:pt x="38671" y="31115"/>
                </a:lnTo>
                <a:lnTo>
                  <a:pt x="39128" y="31064"/>
                </a:lnTo>
                <a:lnTo>
                  <a:pt x="39522" y="31064"/>
                </a:lnTo>
                <a:lnTo>
                  <a:pt x="39674" y="31013"/>
                </a:lnTo>
                <a:lnTo>
                  <a:pt x="40043" y="30962"/>
                </a:lnTo>
                <a:lnTo>
                  <a:pt x="40716" y="30594"/>
                </a:lnTo>
                <a:lnTo>
                  <a:pt x="42570" y="29870"/>
                </a:lnTo>
                <a:lnTo>
                  <a:pt x="49657" y="28473"/>
                </a:lnTo>
                <a:lnTo>
                  <a:pt x="50761" y="26670"/>
                </a:lnTo>
                <a:lnTo>
                  <a:pt x="51130" y="26517"/>
                </a:lnTo>
                <a:lnTo>
                  <a:pt x="51600" y="25285"/>
                </a:lnTo>
                <a:lnTo>
                  <a:pt x="55587" y="1877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object 13"/>
          <p:cNvSpPr/>
          <p:nvPr/>
        </p:nvSpPr>
        <p:spPr>
          <a:xfrm>
            <a:off x="1414080" y="3364200"/>
            <a:ext cx="400320" cy="616320"/>
          </a:xfrm>
          <a:custGeom>
            <a:avLst/>
            <a:gdLst>
              <a:gd name="textAreaLeft" fmla="*/ 0 w 400320"/>
              <a:gd name="textAreaRight" fmla="*/ 400680 w 400320"/>
              <a:gd name="textAreaTop" fmla="*/ 0 h 616320"/>
              <a:gd name="textAreaBottom" fmla="*/ 616680 h 616320"/>
            </a:gdLst>
            <a:ahLst/>
            <a:cxnLst/>
            <a:rect l="textAreaLeft" t="textAreaTop" r="textAreaRight" b="textAreaBottom"/>
            <a:pathLst>
              <a:path w="400685" h="616585">
                <a:moveTo>
                  <a:pt x="400469" y="24091"/>
                </a:moveTo>
                <a:lnTo>
                  <a:pt x="398056" y="19761"/>
                </a:lnTo>
                <a:lnTo>
                  <a:pt x="396824" y="14630"/>
                </a:lnTo>
                <a:lnTo>
                  <a:pt x="394487" y="13347"/>
                </a:lnTo>
                <a:lnTo>
                  <a:pt x="393788" y="12065"/>
                </a:lnTo>
                <a:lnTo>
                  <a:pt x="387299" y="6858"/>
                </a:lnTo>
                <a:lnTo>
                  <a:pt x="384429" y="6057"/>
                </a:lnTo>
                <a:lnTo>
                  <a:pt x="382333" y="4178"/>
                </a:lnTo>
                <a:lnTo>
                  <a:pt x="373151" y="952"/>
                </a:lnTo>
                <a:lnTo>
                  <a:pt x="370255" y="1143"/>
                </a:lnTo>
                <a:lnTo>
                  <a:pt x="367550" y="0"/>
                </a:lnTo>
                <a:lnTo>
                  <a:pt x="364921" y="0"/>
                </a:lnTo>
                <a:lnTo>
                  <a:pt x="364426" y="215"/>
                </a:lnTo>
                <a:lnTo>
                  <a:pt x="363982" y="50"/>
                </a:lnTo>
                <a:lnTo>
                  <a:pt x="340855" y="1397"/>
                </a:lnTo>
                <a:lnTo>
                  <a:pt x="340017" y="1803"/>
                </a:lnTo>
                <a:lnTo>
                  <a:pt x="339128" y="1587"/>
                </a:lnTo>
                <a:lnTo>
                  <a:pt x="322160" y="4318"/>
                </a:lnTo>
                <a:lnTo>
                  <a:pt x="321678" y="4622"/>
                </a:lnTo>
                <a:lnTo>
                  <a:pt x="321170" y="4521"/>
                </a:lnTo>
                <a:lnTo>
                  <a:pt x="302463" y="8737"/>
                </a:lnTo>
                <a:lnTo>
                  <a:pt x="302171" y="8940"/>
                </a:lnTo>
                <a:lnTo>
                  <a:pt x="301815" y="8890"/>
                </a:lnTo>
                <a:lnTo>
                  <a:pt x="280631" y="14389"/>
                </a:lnTo>
                <a:lnTo>
                  <a:pt x="280466" y="14516"/>
                </a:lnTo>
                <a:lnTo>
                  <a:pt x="280339" y="14490"/>
                </a:lnTo>
                <a:lnTo>
                  <a:pt x="255778" y="21437"/>
                </a:lnTo>
                <a:lnTo>
                  <a:pt x="255625" y="21564"/>
                </a:lnTo>
                <a:lnTo>
                  <a:pt x="255485" y="21539"/>
                </a:lnTo>
                <a:lnTo>
                  <a:pt x="207759" y="35826"/>
                </a:lnTo>
                <a:lnTo>
                  <a:pt x="207251" y="36245"/>
                </a:lnTo>
                <a:lnTo>
                  <a:pt x="206667" y="36220"/>
                </a:lnTo>
                <a:lnTo>
                  <a:pt x="157746" y="54622"/>
                </a:lnTo>
                <a:lnTo>
                  <a:pt x="157416" y="54927"/>
                </a:lnTo>
                <a:lnTo>
                  <a:pt x="157010" y="54927"/>
                </a:lnTo>
                <a:lnTo>
                  <a:pt x="104813" y="76403"/>
                </a:lnTo>
                <a:lnTo>
                  <a:pt x="104000" y="77241"/>
                </a:lnTo>
                <a:lnTo>
                  <a:pt x="102831" y="77393"/>
                </a:lnTo>
                <a:lnTo>
                  <a:pt x="81000" y="90093"/>
                </a:lnTo>
                <a:lnTo>
                  <a:pt x="80797" y="90360"/>
                </a:lnTo>
                <a:lnTo>
                  <a:pt x="80556" y="90398"/>
                </a:lnTo>
                <a:lnTo>
                  <a:pt x="59232" y="103593"/>
                </a:lnTo>
                <a:lnTo>
                  <a:pt x="58978" y="103949"/>
                </a:lnTo>
                <a:lnTo>
                  <a:pt x="58534" y="104038"/>
                </a:lnTo>
                <a:lnTo>
                  <a:pt x="33731" y="121158"/>
                </a:lnTo>
                <a:lnTo>
                  <a:pt x="32664" y="122809"/>
                </a:lnTo>
                <a:lnTo>
                  <a:pt x="30797" y="123634"/>
                </a:lnTo>
                <a:lnTo>
                  <a:pt x="26835" y="127850"/>
                </a:lnTo>
                <a:lnTo>
                  <a:pt x="26682" y="127952"/>
                </a:lnTo>
                <a:lnTo>
                  <a:pt x="15722" y="139852"/>
                </a:lnTo>
                <a:lnTo>
                  <a:pt x="15354" y="140855"/>
                </a:lnTo>
                <a:lnTo>
                  <a:pt x="14376" y="141439"/>
                </a:lnTo>
                <a:lnTo>
                  <a:pt x="10109" y="147294"/>
                </a:lnTo>
                <a:lnTo>
                  <a:pt x="6197" y="152654"/>
                </a:lnTo>
                <a:lnTo>
                  <a:pt x="3416" y="156870"/>
                </a:lnTo>
                <a:lnTo>
                  <a:pt x="0" y="170942"/>
                </a:lnTo>
                <a:lnTo>
                  <a:pt x="7239" y="181775"/>
                </a:lnTo>
                <a:lnTo>
                  <a:pt x="19748" y="185432"/>
                </a:lnTo>
                <a:lnTo>
                  <a:pt x="32143" y="177952"/>
                </a:lnTo>
                <a:lnTo>
                  <a:pt x="35369" y="174040"/>
                </a:lnTo>
                <a:lnTo>
                  <a:pt x="39281" y="168681"/>
                </a:lnTo>
                <a:lnTo>
                  <a:pt x="42849" y="163791"/>
                </a:lnTo>
                <a:lnTo>
                  <a:pt x="53276" y="152552"/>
                </a:lnTo>
                <a:lnTo>
                  <a:pt x="55714" y="149936"/>
                </a:lnTo>
                <a:lnTo>
                  <a:pt x="79044" y="133921"/>
                </a:lnTo>
                <a:lnTo>
                  <a:pt x="99656" y="121158"/>
                </a:lnTo>
                <a:lnTo>
                  <a:pt x="170497" y="86639"/>
                </a:lnTo>
                <a:lnTo>
                  <a:pt x="218490" y="68592"/>
                </a:lnTo>
                <a:lnTo>
                  <a:pt x="265074" y="54229"/>
                </a:lnTo>
                <a:lnTo>
                  <a:pt x="289318" y="47332"/>
                </a:lnTo>
                <a:lnTo>
                  <a:pt x="310362" y="41668"/>
                </a:lnTo>
                <a:lnTo>
                  <a:pt x="327888" y="37706"/>
                </a:lnTo>
                <a:lnTo>
                  <a:pt x="343522" y="35191"/>
                </a:lnTo>
                <a:lnTo>
                  <a:pt x="364769" y="33972"/>
                </a:lnTo>
                <a:lnTo>
                  <a:pt x="362038" y="51117"/>
                </a:lnTo>
                <a:lnTo>
                  <a:pt x="356857" y="71564"/>
                </a:lnTo>
                <a:lnTo>
                  <a:pt x="350189" y="91389"/>
                </a:lnTo>
                <a:lnTo>
                  <a:pt x="323659" y="137439"/>
                </a:lnTo>
                <a:lnTo>
                  <a:pt x="302971" y="170116"/>
                </a:lnTo>
                <a:lnTo>
                  <a:pt x="282524" y="200431"/>
                </a:lnTo>
                <a:lnTo>
                  <a:pt x="240842" y="249339"/>
                </a:lnTo>
                <a:lnTo>
                  <a:pt x="210337" y="282727"/>
                </a:lnTo>
                <a:lnTo>
                  <a:pt x="181317" y="311200"/>
                </a:lnTo>
                <a:lnTo>
                  <a:pt x="181051" y="311873"/>
                </a:lnTo>
                <a:lnTo>
                  <a:pt x="180517" y="312153"/>
                </a:lnTo>
                <a:lnTo>
                  <a:pt x="142773" y="357149"/>
                </a:lnTo>
                <a:lnTo>
                  <a:pt x="142684" y="357403"/>
                </a:lnTo>
                <a:lnTo>
                  <a:pt x="142519" y="357492"/>
                </a:lnTo>
                <a:lnTo>
                  <a:pt x="119646" y="386168"/>
                </a:lnTo>
                <a:lnTo>
                  <a:pt x="119595" y="386334"/>
                </a:lnTo>
                <a:lnTo>
                  <a:pt x="119456" y="386410"/>
                </a:lnTo>
                <a:lnTo>
                  <a:pt x="99110" y="411213"/>
                </a:lnTo>
                <a:lnTo>
                  <a:pt x="98844" y="412203"/>
                </a:lnTo>
                <a:lnTo>
                  <a:pt x="98018" y="412800"/>
                </a:lnTo>
                <a:lnTo>
                  <a:pt x="75653" y="449173"/>
                </a:lnTo>
                <a:lnTo>
                  <a:pt x="75450" y="449414"/>
                </a:lnTo>
                <a:lnTo>
                  <a:pt x="69799" y="459041"/>
                </a:lnTo>
                <a:lnTo>
                  <a:pt x="69481" y="461238"/>
                </a:lnTo>
                <a:lnTo>
                  <a:pt x="68059" y="462915"/>
                </a:lnTo>
                <a:lnTo>
                  <a:pt x="56946" y="497840"/>
                </a:lnTo>
                <a:lnTo>
                  <a:pt x="57086" y="499541"/>
                </a:lnTo>
                <a:lnTo>
                  <a:pt x="56197" y="501065"/>
                </a:lnTo>
                <a:lnTo>
                  <a:pt x="51739" y="534543"/>
                </a:lnTo>
                <a:lnTo>
                  <a:pt x="52743" y="538302"/>
                </a:lnTo>
                <a:lnTo>
                  <a:pt x="52285" y="542036"/>
                </a:lnTo>
                <a:lnTo>
                  <a:pt x="62204" y="567194"/>
                </a:lnTo>
                <a:lnTo>
                  <a:pt x="63550" y="568934"/>
                </a:lnTo>
                <a:lnTo>
                  <a:pt x="63893" y="571157"/>
                </a:lnTo>
                <a:lnTo>
                  <a:pt x="66916" y="573227"/>
                </a:lnTo>
                <a:lnTo>
                  <a:pt x="70167" y="577367"/>
                </a:lnTo>
                <a:lnTo>
                  <a:pt x="73367" y="577621"/>
                </a:lnTo>
                <a:lnTo>
                  <a:pt x="82397" y="583755"/>
                </a:lnTo>
                <a:lnTo>
                  <a:pt x="83273" y="584415"/>
                </a:lnTo>
                <a:lnTo>
                  <a:pt x="83832" y="585444"/>
                </a:lnTo>
                <a:lnTo>
                  <a:pt x="96634" y="596061"/>
                </a:lnTo>
                <a:lnTo>
                  <a:pt x="97536" y="596341"/>
                </a:lnTo>
                <a:lnTo>
                  <a:pt x="98171" y="597001"/>
                </a:lnTo>
                <a:lnTo>
                  <a:pt x="115684" y="604494"/>
                </a:lnTo>
                <a:lnTo>
                  <a:pt x="118605" y="605739"/>
                </a:lnTo>
                <a:lnTo>
                  <a:pt x="119151" y="605739"/>
                </a:lnTo>
                <a:lnTo>
                  <a:pt x="119557" y="606031"/>
                </a:lnTo>
                <a:lnTo>
                  <a:pt x="132664" y="609346"/>
                </a:lnTo>
                <a:lnTo>
                  <a:pt x="132549" y="610057"/>
                </a:lnTo>
                <a:lnTo>
                  <a:pt x="149275" y="612762"/>
                </a:lnTo>
                <a:lnTo>
                  <a:pt x="149225" y="613283"/>
                </a:lnTo>
                <a:lnTo>
                  <a:pt x="157416" y="614083"/>
                </a:lnTo>
                <a:lnTo>
                  <a:pt x="160832" y="614641"/>
                </a:lnTo>
                <a:lnTo>
                  <a:pt x="160832" y="614959"/>
                </a:lnTo>
                <a:lnTo>
                  <a:pt x="163410" y="615048"/>
                </a:lnTo>
                <a:lnTo>
                  <a:pt x="165646" y="615403"/>
                </a:lnTo>
                <a:lnTo>
                  <a:pt x="165684" y="615124"/>
                </a:lnTo>
                <a:lnTo>
                  <a:pt x="168135" y="615213"/>
                </a:lnTo>
                <a:lnTo>
                  <a:pt x="168173" y="615810"/>
                </a:lnTo>
                <a:lnTo>
                  <a:pt x="171983" y="615657"/>
                </a:lnTo>
                <a:lnTo>
                  <a:pt x="171996" y="615810"/>
                </a:lnTo>
                <a:lnTo>
                  <a:pt x="172821" y="615772"/>
                </a:lnTo>
                <a:lnTo>
                  <a:pt x="174256" y="615721"/>
                </a:lnTo>
                <a:lnTo>
                  <a:pt x="177342" y="616000"/>
                </a:lnTo>
                <a:lnTo>
                  <a:pt x="177380" y="615518"/>
                </a:lnTo>
                <a:lnTo>
                  <a:pt x="184645" y="615759"/>
                </a:lnTo>
                <a:lnTo>
                  <a:pt x="184658" y="615137"/>
                </a:lnTo>
                <a:lnTo>
                  <a:pt x="188810" y="614959"/>
                </a:lnTo>
                <a:lnTo>
                  <a:pt x="188798" y="614832"/>
                </a:lnTo>
                <a:lnTo>
                  <a:pt x="189699" y="614768"/>
                </a:lnTo>
                <a:lnTo>
                  <a:pt x="189953" y="614718"/>
                </a:lnTo>
                <a:lnTo>
                  <a:pt x="189153" y="602018"/>
                </a:lnTo>
                <a:lnTo>
                  <a:pt x="179603" y="602627"/>
                </a:lnTo>
                <a:lnTo>
                  <a:pt x="176352" y="602754"/>
                </a:lnTo>
                <a:lnTo>
                  <a:pt x="123050" y="593839"/>
                </a:lnTo>
                <a:lnTo>
                  <a:pt x="120840" y="592886"/>
                </a:lnTo>
                <a:lnTo>
                  <a:pt x="120713" y="592836"/>
                </a:lnTo>
                <a:lnTo>
                  <a:pt x="104457" y="585393"/>
                </a:lnTo>
                <a:lnTo>
                  <a:pt x="93599" y="576427"/>
                </a:lnTo>
                <a:lnTo>
                  <a:pt x="92176" y="564032"/>
                </a:lnTo>
                <a:lnTo>
                  <a:pt x="92862" y="558660"/>
                </a:lnTo>
                <a:lnTo>
                  <a:pt x="89141" y="536879"/>
                </a:lnTo>
                <a:lnTo>
                  <a:pt x="93002" y="507809"/>
                </a:lnTo>
                <a:lnTo>
                  <a:pt x="103022" y="476262"/>
                </a:lnTo>
                <a:lnTo>
                  <a:pt x="107645" y="468515"/>
                </a:lnTo>
                <a:lnTo>
                  <a:pt x="129590" y="432841"/>
                </a:lnTo>
                <a:lnTo>
                  <a:pt x="147434" y="407898"/>
                </a:lnTo>
                <a:lnTo>
                  <a:pt x="207289" y="335089"/>
                </a:lnTo>
                <a:lnTo>
                  <a:pt x="234442" y="305308"/>
                </a:lnTo>
                <a:lnTo>
                  <a:pt x="234518" y="305092"/>
                </a:lnTo>
                <a:lnTo>
                  <a:pt x="234696" y="305003"/>
                </a:lnTo>
                <a:lnTo>
                  <a:pt x="265607" y="271221"/>
                </a:lnTo>
                <a:lnTo>
                  <a:pt x="265709" y="270929"/>
                </a:lnTo>
                <a:lnTo>
                  <a:pt x="266001" y="270776"/>
                </a:lnTo>
                <a:lnTo>
                  <a:pt x="308317" y="221068"/>
                </a:lnTo>
                <a:lnTo>
                  <a:pt x="308610" y="220141"/>
                </a:lnTo>
                <a:lnTo>
                  <a:pt x="309460" y="219583"/>
                </a:lnTo>
                <a:lnTo>
                  <a:pt x="330390" y="188620"/>
                </a:lnTo>
                <a:lnTo>
                  <a:pt x="330428" y="188379"/>
                </a:lnTo>
                <a:lnTo>
                  <a:pt x="330644" y="188226"/>
                </a:lnTo>
                <a:lnTo>
                  <a:pt x="351726" y="154940"/>
                </a:lnTo>
                <a:lnTo>
                  <a:pt x="351790" y="154559"/>
                </a:lnTo>
                <a:lnTo>
                  <a:pt x="352069" y="154343"/>
                </a:lnTo>
                <a:lnTo>
                  <a:pt x="379704" y="106362"/>
                </a:lnTo>
                <a:lnTo>
                  <a:pt x="379920" y="104673"/>
                </a:lnTo>
                <a:lnTo>
                  <a:pt x="381038" y="103390"/>
                </a:lnTo>
                <a:lnTo>
                  <a:pt x="388480" y="81267"/>
                </a:lnTo>
                <a:lnTo>
                  <a:pt x="388442" y="80759"/>
                </a:lnTo>
                <a:lnTo>
                  <a:pt x="388734" y="80378"/>
                </a:lnTo>
                <a:lnTo>
                  <a:pt x="394982" y="58839"/>
                </a:lnTo>
                <a:lnTo>
                  <a:pt x="394855" y="57899"/>
                </a:lnTo>
                <a:lnTo>
                  <a:pt x="395376" y="57061"/>
                </a:lnTo>
                <a:lnTo>
                  <a:pt x="400050" y="27990"/>
                </a:lnTo>
                <a:lnTo>
                  <a:pt x="399681" y="26479"/>
                </a:lnTo>
                <a:lnTo>
                  <a:pt x="400469" y="2409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object 14"/>
          <p:cNvSpPr/>
          <p:nvPr/>
        </p:nvSpPr>
        <p:spPr>
          <a:xfrm>
            <a:off x="1554840" y="4193280"/>
            <a:ext cx="100080" cy="57960"/>
          </a:xfrm>
          <a:custGeom>
            <a:avLst/>
            <a:gdLst>
              <a:gd name="textAreaLeft" fmla="*/ 0 w 100080"/>
              <a:gd name="textAreaRight" fmla="*/ 100440 w 100080"/>
              <a:gd name="textAreaTop" fmla="*/ 0 h 57960"/>
              <a:gd name="textAreaBottom" fmla="*/ 58320 h 57960"/>
            </a:gdLst>
            <a:ahLst/>
            <a:cxnLst/>
            <a:rect l="textAreaLeft" t="textAreaTop" r="textAreaRight" b="textAreaBottom"/>
            <a:pathLst>
              <a:path w="100330" h="58420">
                <a:moveTo>
                  <a:pt x="99847" y="18072"/>
                </a:moveTo>
                <a:lnTo>
                  <a:pt x="96837" y="6743"/>
                </a:lnTo>
                <a:lnTo>
                  <a:pt x="87249" y="0"/>
                </a:lnTo>
                <a:lnTo>
                  <a:pt x="74498" y="2743"/>
                </a:lnTo>
                <a:lnTo>
                  <a:pt x="74269" y="2946"/>
                </a:lnTo>
                <a:lnTo>
                  <a:pt x="73037" y="3784"/>
                </a:lnTo>
                <a:lnTo>
                  <a:pt x="70091" y="5676"/>
                </a:lnTo>
                <a:lnTo>
                  <a:pt x="69875" y="5803"/>
                </a:lnTo>
                <a:lnTo>
                  <a:pt x="69697" y="5918"/>
                </a:lnTo>
                <a:lnTo>
                  <a:pt x="64439" y="8991"/>
                </a:lnTo>
                <a:lnTo>
                  <a:pt x="56400" y="13360"/>
                </a:lnTo>
                <a:lnTo>
                  <a:pt x="46240" y="18364"/>
                </a:lnTo>
                <a:lnTo>
                  <a:pt x="45034" y="18872"/>
                </a:lnTo>
                <a:lnTo>
                  <a:pt x="35344" y="22847"/>
                </a:lnTo>
                <a:lnTo>
                  <a:pt x="33045" y="23253"/>
                </a:lnTo>
                <a:lnTo>
                  <a:pt x="23837" y="19913"/>
                </a:lnTo>
                <a:lnTo>
                  <a:pt x="23012" y="18872"/>
                </a:lnTo>
                <a:lnTo>
                  <a:pt x="21780" y="19164"/>
                </a:lnTo>
                <a:lnTo>
                  <a:pt x="19685" y="18389"/>
                </a:lnTo>
                <a:lnTo>
                  <a:pt x="10337" y="21793"/>
                </a:lnTo>
                <a:lnTo>
                  <a:pt x="7404" y="22466"/>
                </a:lnTo>
                <a:lnTo>
                  <a:pt x="7112" y="22974"/>
                </a:lnTo>
                <a:lnTo>
                  <a:pt x="6146" y="23317"/>
                </a:lnTo>
                <a:lnTo>
                  <a:pt x="4038" y="28359"/>
                </a:lnTo>
                <a:lnTo>
                  <a:pt x="266" y="34988"/>
                </a:lnTo>
                <a:lnTo>
                  <a:pt x="571" y="36703"/>
                </a:lnTo>
                <a:lnTo>
                  <a:pt x="0" y="38074"/>
                </a:lnTo>
                <a:lnTo>
                  <a:pt x="0" y="38315"/>
                </a:lnTo>
                <a:lnTo>
                  <a:pt x="1536" y="42011"/>
                </a:lnTo>
                <a:lnTo>
                  <a:pt x="2832" y="49161"/>
                </a:lnTo>
                <a:lnTo>
                  <a:pt x="5105" y="50609"/>
                </a:lnTo>
                <a:lnTo>
                  <a:pt x="6146" y="53086"/>
                </a:lnTo>
                <a:lnTo>
                  <a:pt x="12966" y="55575"/>
                </a:lnTo>
                <a:lnTo>
                  <a:pt x="16370" y="57708"/>
                </a:lnTo>
                <a:lnTo>
                  <a:pt x="17310" y="57150"/>
                </a:lnTo>
                <a:lnTo>
                  <a:pt x="19685" y="58000"/>
                </a:lnTo>
                <a:lnTo>
                  <a:pt x="27190" y="55283"/>
                </a:lnTo>
                <a:lnTo>
                  <a:pt x="29464" y="55486"/>
                </a:lnTo>
                <a:lnTo>
                  <a:pt x="31559" y="54851"/>
                </a:lnTo>
                <a:lnTo>
                  <a:pt x="33832" y="55333"/>
                </a:lnTo>
                <a:lnTo>
                  <a:pt x="42608" y="53746"/>
                </a:lnTo>
                <a:lnTo>
                  <a:pt x="43980" y="52870"/>
                </a:lnTo>
                <a:lnTo>
                  <a:pt x="45580" y="52895"/>
                </a:lnTo>
                <a:lnTo>
                  <a:pt x="56896" y="48641"/>
                </a:lnTo>
                <a:lnTo>
                  <a:pt x="57099" y="48437"/>
                </a:lnTo>
                <a:lnTo>
                  <a:pt x="57327" y="48437"/>
                </a:lnTo>
                <a:lnTo>
                  <a:pt x="58826" y="47840"/>
                </a:lnTo>
                <a:lnTo>
                  <a:pt x="59283" y="47396"/>
                </a:lnTo>
                <a:lnTo>
                  <a:pt x="59918" y="47345"/>
                </a:lnTo>
                <a:lnTo>
                  <a:pt x="71170" y="41783"/>
                </a:lnTo>
                <a:lnTo>
                  <a:pt x="71386" y="41541"/>
                </a:lnTo>
                <a:lnTo>
                  <a:pt x="71780" y="41490"/>
                </a:lnTo>
                <a:lnTo>
                  <a:pt x="80251" y="36830"/>
                </a:lnTo>
                <a:lnTo>
                  <a:pt x="80416" y="36614"/>
                </a:lnTo>
                <a:lnTo>
                  <a:pt x="80695" y="36576"/>
                </a:lnTo>
                <a:lnTo>
                  <a:pt x="86360" y="33261"/>
                </a:lnTo>
                <a:lnTo>
                  <a:pt x="86512" y="33058"/>
                </a:lnTo>
                <a:lnTo>
                  <a:pt x="86753" y="33007"/>
                </a:lnTo>
                <a:lnTo>
                  <a:pt x="90131" y="30924"/>
                </a:lnTo>
                <a:lnTo>
                  <a:pt x="90322" y="30645"/>
                </a:lnTo>
                <a:lnTo>
                  <a:pt x="90627" y="30581"/>
                </a:lnTo>
                <a:lnTo>
                  <a:pt x="92367" y="29387"/>
                </a:lnTo>
                <a:lnTo>
                  <a:pt x="92862" y="29044"/>
                </a:lnTo>
                <a:lnTo>
                  <a:pt x="99847" y="180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object 15"/>
          <p:cNvSpPr/>
          <p:nvPr/>
        </p:nvSpPr>
        <p:spPr>
          <a:xfrm>
            <a:off x="9602640" y="2976840"/>
            <a:ext cx="670680" cy="533160"/>
          </a:xfrm>
          <a:custGeom>
            <a:avLst/>
            <a:gdLst>
              <a:gd name="textAreaLeft" fmla="*/ 0 w 670680"/>
              <a:gd name="textAreaRight" fmla="*/ 671040 w 670680"/>
              <a:gd name="textAreaTop" fmla="*/ 0 h 533160"/>
              <a:gd name="textAreaBottom" fmla="*/ 533520 h 533160"/>
            </a:gdLst>
            <a:ahLst/>
            <a:cxnLst/>
            <a:rect l="textAreaLeft" t="textAreaTop" r="textAreaRight" b="textAreaBottom"/>
            <a:pathLst>
              <a:path w="671195" h="533400">
                <a:moveTo>
                  <a:pt x="671156" y="442036"/>
                </a:moveTo>
                <a:lnTo>
                  <a:pt x="669823" y="434365"/>
                </a:lnTo>
                <a:lnTo>
                  <a:pt x="663867" y="429348"/>
                </a:lnTo>
                <a:lnTo>
                  <a:pt x="655294" y="430453"/>
                </a:lnTo>
                <a:lnTo>
                  <a:pt x="655040" y="430606"/>
                </a:lnTo>
                <a:lnTo>
                  <a:pt x="654151" y="431101"/>
                </a:lnTo>
                <a:lnTo>
                  <a:pt x="646264" y="435559"/>
                </a:lnTo>
                <a:lnTo>
                  <a:pt x="631532" y="442810"/>
                </a:lnTo>
                <a:lnTo>
                  <a:pt x="631355" y="442887"/>
                </a:lnTo>
                <a:lnTo>
                  <a:pt x="631126" y="443001"/>
                </a:lnTo>
                <a:lnTo>
                  <a:pt x="604494" y="454660"/>
                </a:lnTo>
                <a:lnTo>
                  <a:pt x="563486" y="470573"/>
                </a:lnTo>
                <a:lnTo>
                  <a:pt x="563308" y="470636"/>
                </a:lnTo>
                <a:lnTo>
                  <a:pt x="507530" y="489038"/>
                </a:lnTo>
                <a:lnTo>
                  <a:pt x="478066" y="495808"/>
                </a:lnTo>
                <a:lnTo>
                  <a:pt x="431025" y="504126"/>
                </a:lnTo>
                <a:lnTo>
                  <a:pt x="395325" y="497509"/>
                </a:lnTo>
                <a:lnTo>
                  <a:pt x="394639" y="497179"/>
                </a:lnTo>
                <a:lnTo>
                  <a:pt x="354838" y="495477"/>
                </a:lnTo>
                <a:lnTo>
                  <a:pt x="306209" y="489013"/>
                </a:lnTo>
                <a:lnTo>
                  <a:pt x="264718" y="464934"/>
                </a:lnTo>
                <a:lnTo>
                  <a:pt x="241325" y="432562"/>
                </a:lnTo>
                <a:lnTo>
                  <a:pt x="241198" y="411746"/>
                </a:lnTo>
                <a:lnTo>
                  <a:pt x="248780" y="375958"/>
                </a:lnTo>
                <a:lnTo>
                  <a:pt x="276047" y="329082"/>
                </a:lnTo>
                <a:lnTo>
                  <a:pt x="283768" y="318731"/>
                </a:lnTo>
                <a:lnTo>
                  <a:pt x="283959" y="318490"/>
                </a:lnTo>
                <a:lnTo>
                  <a:pt x="325043" y="265747"/>
                </a:lnTo>
                <a:lnTo>
                  <a:pt x="348856" y="235839"/>
                </a:lnTo>
                <a:lnTo>
                  <a:pt x="371970" y="207264"/>
                </a:lnTo>
                <a:lnTo>
                  <a:pt x="413346" y="156019"/>
                </a:lnTo>
                <a:lnTo>
                  <a:pt x="413550" y="155282"/>
                </a:lnTo>
                <a:lnTo>
                  <a:pt x="414235" y="154825"/>
                </a:lnTo>
                <a:lnTo>
                  <a:pt x="430314" y="130517"/>
                </a:lnTo>
                <a:lnTo>
                  <a:pt x="430491" y="129590"/>
                </a:lnTo>
                <a:lnTo>
                  <a:pt x="431203" y="128981"/>
                </a:lnTo>
                <a:lnTo>
                  <a:pt x="441426" y="108991"/>
                </a:lnTo>
                <a:lnTo>
                  <a:pt x="441515" y="107759"/>
                </a:lnTo>
                <a:lnTo>
                  <a:pt x="442366" y="106807"/>
                </a:lnTo>
                <a:lnTo>
                  <a:pt x="448665" y="88392"/>
                </a:lnTo>
                <a:lnTo>
                  <a:pt x="448602" y="87477"/>
                </a:lnTo>
                <a:lnTo>
                  <a:pt x="449110" y="86766"/>
                </a:lnTo>
                <a:lnTo>
                  <a:pt x="453136" y="67957"/>
                </a:lnTo>
                <a:lnTo>
                  <a:pt x="452882" y="66573"/>
                </a:lnTo>
                <a:lnTo>
                  <a:pt x="453529" y="65227"/>
                </a:lnTo>
                <a:lnTo>
                  <a:pt x="453605" y="63639"/>
                </a:lnTo>
                <a:lnTo>
                  <a:pt x="454914" y="36703"/>
                </a:lnTo>
                <a:lnTo>
                  <a:pt x="454609" y="35877"/>
                </a:lnTo>
                <a:lnTo>
                  <a:pt x="455129" y="34061"/>
                </a:lnTo>
                <a:lnTo>
                  <a:pt x="452285" y="29413"/>
                </a:lnTo>
                <a:lnTo>
                  <a:pt x="450519" y="24511"/>
                </a:lnTo>
                <a:lnTo>
                  <a:pt x="448856" y="23825"/>
                </a:lnTo>
                <a:lnTo>
                  <a:pt x="448373" y="23012"/>
                </a:lnTo>
                <a:lnTo>
                  <a:pt x="428967" y="8826"/>
                </a:lnTo>
                <a:lnTo>
                  <a:pt x="425780" y="8089"/>
                </a:lnTo>
                <a:lnTo>
                  <a:pt x="423164" y="6197"/>
                </a:lnTo>
                <a:lnTo>
                  <a:pt x="396875" y="139"/>
                </a:lnTo>
                <a:lnTo>
                  <a:pt x="393560" y="698"/>
                </a:lnTo>
                <a:lnTo>
                  <a:pt x="390232" y="0"/>
                </a:lnTo>
                <a:lnTo>
                  <a:pt x="380111" y="1930"/>
                </a:lnTo>
                <a:lnTo>
                  <a:pt x="379907" y="2070"/>
                </a:lnTo>
                <a:lnTo>
                  <a:pt x="379755" y="2032"/>
                </a:lnTo>
                <a:lnTo>
                  <a:pt x="342557" y="9969"/>
                </a:lnTo>
                <a:lnTo>
                  <a:pt x="341731" y="10541"/>
                </a:lnTo>
                <a:lnTo>
                  <a:pt x="340715" y="10464"/>
                </a:lnTo>
                <a:lnTo>
                  <a:pt x="312242" y="20231"/>
                </a:lnTo>
                <a:lnTo>
                  <a:pt x="312039" y="20281"/>
                </a:lnTo>
                <a:lnTo>
                  <a:pt x="279946" y="31838"/>
                </a:lnTo>
                <a:lnTo>
                  <a:pt x="279819" y="31953"/>
                </a:lnTo>
                <a:lnTo>
                  <a:pt x="279692" y="31940"/>
                </a:lnTo>
                <a:lnTo>
                  <a:pt x="230238" y="50647"/>
                </a:lnTo>
                <a:lnTo>
                  <a:pt x="229933" y="50939"/>
                </a:lnTo>
                <a:lnTo>
                  <a:pt x="229489" y="50939"/>
                </a:lnTo>
                <a:lnTo>
                  <a:pt x="197599" y="64681"/>
                </a:lnTo>
                <a:lnTo>
                  <a:pt x="163410" y="79959"/>
                </a:lnTo>
                <a:lnTo>
                  <a:pt x="163258" y="80010"/>
                </a:lnTo>
                <a:lnTo>
                  <a:pt x="116535" y="101346"/>
                </a:lnTo>
                <a:lnTo>
                  <a:pt x="116306" y="101587"/>
                </a:lnTo>
                <a:lnTo>
                  <a:pt x="116039" y="101600"/>
                </a:lnTo>
                <a:lnTo>
                  <a:pt x="94056" y="112610"/>
                </a:lnTo>
                <a:lnTo>
                  <a:pt x="71145" y="123367"/>
                </a:lnTo>
                <a:lnTo>
                  <a:pt x="41275" y="137960"/>
                </a:lnTo>
                <a:lnTo>
                  <a:pt x="30759" y="142621"/>
                </a:lnTo>
                <a:lnTo>
                  <a:pt x="20891" y="147040"/>
                </a:lnTo>
                <a:lnTo>
                  <a:pt x="9131" y="152742"/>
                </a:lnTo>
                <a:lnTo>
                  <a:pt x="0" y="162407"/>
                </a:lnTo>
                <a:lnTo>
                  <a:pt x="825" y="174345"/>
                </a:lnTo>
                <a:lnTo>
                  <a:pt x="9131" y="182943"/>
                </a:lnTo>
                <a:lnTo>
                  <a:pt x="22428" y="182600"/>
                </a:lnTo>
                <a:lnTo>
                  <a:pt x="34531" y="177749"/>
                </a:lnTo>
                <a:lnTo>
                  <a:pt x="44399" y="173380"/>
                </a:lnTo>
                <a:lnTo>
                  <a:pt x="54864" y="168719"/>
                </a:lnTo>
                <a:lnTo>
                  <a:pt x="55079" y="168490"/>
                </a:lnTo>
                <a:lnTo>
                  <a:pt x="55410" y="168465"/>
                </a:lnTo>
                <a:lnTo>
                  <a:pt x="85877" y="153581"/>
                </a:lnTo>
                <a:lnTo>
                  <a:pt x="108483" y="141833"/>
                </a:lnTo>
                <a:lnTo>
                  <a:pt x="130060" y="131025"/>
                </a:lnTo>
                <a:lnTo>
                  <a:pt x="176695" y="109740"/>
                </a:lnTo>
                <a:lnTo>
                  <a:pt x="210667" y="94564"/>
                </a:lnTo>
                <a:lnTo>
                  <a:pt x="210794" y="94500"/>
                </a:lnTo>
                <a:lnTo>
                  <a:pt x="241820" y="80581"/>
                </a:lnTo>
                <a:lnTo>
                  <a:pt x="291058" y="61912"/>
                </a:lnTo>
                <a:lnTo>
                  <a:pt x="322859" y="50495"/>
                </a:lnTo>
                <a:lnTo>
                  <a:pt x="350304" y="41059"/>
                </a:lnTo>
                <a:lnTo>
                  <a:pt x="386092" y="33426"/>
                </a:lnTo>
                <a:lnTo>
                  <a:pt x="392988" y="32131"/>
                </a:lnTo>
                <a:lnTo>
                  <a:pt x="412813" y="36728"/>
                </a:lnTo>
                <a:lnTo>
                  <a:pt x="422668" y="43802"/>
                </a:lnTo>
                <a:lnTo>
                  <a:pt x="421741" y="62280"/>
                </a:lnTo>
                <a:lnTo>
                  <a:pt x="402818" y="113487"/>
                </a:lnTo>
                <a:lnTo>
                  <a:pt x="347319" y="187413"/>
                </a:lnTo>
                <a:lnTo>
                  <a:pt x="324243" y="215988"/>
                </a:lnTo>
                <a:lnTo>
                  <a:pt x="300189" y="246151"/>
                </a:lnTo>
                <a:lnTo>
                  <a:pt x="300088" y="246303"/>
                </a:lnTo>
                <a:lnTo>
                  <a:pt x="258813" y="299288"/>
                </a:lnTo>
                <a:lnTo>
                  <a:pt x="258749" y="299504"/>
                </a:lnTo>
                <a:lnTo>
                  <a:pt x="258610" y="299580"/>
                </a:lnTo>
                <a:lnTo>
                  <a:pt x="250126" y="310946"/>
                </a:lnTo>
                <a:lnTo>
                  <a:pt x="249910" y="311785"/>
                </a:lnTo>
                <a:lnTo>
                  <a:pt x="249237" y="312280"/>
                </a:lnTo>
                <a:lnTo>
                  <a:pt x="219024" y="361442"/>
                </a:lnTo>
                <a:lnTo>
                  <a:pt x="218617" y="364236"/>
                </a:lnTo>
                <a:lnTo>
                  <a:pt x="217043" y="366509"/>
                </a:lnTo>
                <a:lnTo>
                  <a:pt x="208559" y="406539"/>
                </a:lnTo>
                <a:lnTo>
                  <a:pt x="208813" y="407911"/>
                </a:lnTo>
                <a:lnTo>
                  <a:pt x="208216" y="409168"/>
                </a:lnTo>
                <a:lnTo>
                  <a:pt x="205778" y="433235"/>
                </a:lnTo>
                <a:lnTo>
                  <a:pt x="206260" y="434594"/>
                </a:lnTo>
                <a:lnTo>
                  <a:pt x="205879" y="435864"/>
                </a:lnTo>
                <a:lnTo>
                  <a:pt x="207098" y="453732"/>
                </a:lnTo>
                <a:lnTo>
                  <a:pt x="206870" y="454291"/>
                </a:lnTo>
                <a:lnTo>
                  <a:pt x="207175" y="454977"/>
                </a:lnTo>
                <a:lnTo>
                  <a:pt x="207264" y="456107"/>
                </a:lnTo>
                <a:lnTo>
                  <a:pt x="210629" y="462343"/>
                </a:lnTo>
                <a:lnTo>
                  <a:pt x="213220" y="467855"/>
                </a:lnTo>
                <a:lnTo>
                  <a:pt x="214007" y="468591"/>
                </a:lnTo>
                <a:lnTo>
                  <a:pt x="214388" y="469265"/>
                </a:lnTo>
                <a:lnTo>
                  <a:pt x="214909" y="469404"/>
                </a:lnTo>
                <a:lnTo>
                  <a:pt x="241007" y="493166"/>
                </a:lnTo>
                <a:lnTo>
                  <a:pt x="242493" y="493712"/>
                </a:lnTo>
                <a:lnTo>
                  <a:pt x="243433" y="495046"/>
                </a:lnTo>
                <a:lnTo>
                  <a:pt x="266801" y="509676"/>
                </a:lnTo>
                <a:lnTo>
                  <a:pt x="267766" y="509854"/>
                </a:lnTo>
                <a:lnTo>
                  <a:pt x="268439" y="510628"/>
                </a:lnTo>
                <a:lnTo>
                  <a:pt x="292595" y="522732"/>
                </a:lnTo>
                <a:lnTo>
                  <a:pt x="295656" y="522960"/>
                </a:lnTo>
                <a:lnTo>
                  <a:pt x="298348" y="524510"/>
                </a:lnTo>
                <a:lnTo>
                  <a:pt x="350939" y="531507"/>
                </a:lnTo>
                <a:lnTo>
                  <a:pt x="351764" y="531291"/>
                </a:lnTo>
                <a:lnTo>
                  <a:pt x="352577" y="531660"/>
                </a:lnTo>
                <a:lnTo>
                  <a:pt x="393103" y="533400"/>
                </a:lnTo>
                <a:lnTo>
                  <a:pt x="393661" y="533196"/>
                </a:lnTo>
                <a:lnTo>
                  <a:pt x="394195" y="533400"/>
                </a:lnTo>
                <a:lnTo>
                  <a:pt x="431647" y="525056"/>
                </a:lnTo>
                <a:lnTo>
                  <a:pt x="432409" y="524725"/>
                </a:lnTo>
                <a:lnTo>
                  <a:pt x="433285" y="524916"/>
                </a:lnTo>
                <a:lnTo>
                  <a:pt x="481660" y="516382"/>
                </a:lnTo>
                <a:lnTo>
                  <a:pt x="481888" y="516242"/>
                </a:lnTo>
                <a:lnTo>
                  <a:pt x="482155" y="516280"/>
                </a:lnTo>
                <a:lnTo>
                  <a:pt x="512813" y="509231"/>
                </a:lnTo>
                <a:lnTo>
                  <a:pt x="513194" y="508952"/>
                </a:lnTo>
                <a:lnTo>
                  <a:pt x="513702" y="508990"/>
                </a:lnTo>
                <a:lnTo>
                  <a:pt x="570458" y="490677"/>
                </a:lnTo>
                <a:lnTo>
                  <a:pt x="570687" y="490486"/>
                </a:lnTo>
                <a:lnTo>
                  <a:pt x="571004" y="490486"/>
                </a:lnTo>
                <a:lnTo>
                  <a:pt x="612622" y="474357"/>
                </a:lnTo>
                <a:lnTo>
                  <a:pt x="612775" y="474218"/>
                </a:lnTo>
                <a:lnTo>
                  <a:pt x="613067" y="474205"/>
                </a:lnTo>
                <a:lnTo>
                  <a:pt x="640105" y="462356"/>
                </a:lnTo>
                <a:lnTo>
                  <a:pt x="640283" y="462178"/>
                </a:lnTo>
                <a:lnTo>
                  <a:pt x="640511" y="462153"/>
                </a:lnTo>
                <a:lnTo>
                  <a:pt x="656234" y="454418"/>
                </a:lnTo>
                <a:lnTo>
                  <a:pt x="656463" y="454152"/>
                </a:lnTo>
                <a:lnTo>
                  <a:pt x="656780" y="454113"/>
                </a:lnTo>
                <a:lnTo>
                  <a:pt x="664692" y="449618"/>
                </a:lnTo>
                <a:lnTo>
                  <a:pt x="665632" y="449072"/>
                </a:lnTo>
                <a:lnTo>
                  <a:pt x="665911" y="448906"/>
                </a:lnTo>
                <a:lnTo>
                  <a:pt x="671156" y="44203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object 16"/>
          <p:cNvSpPr/>
          <p:nvPr/>
        </p:nvSpPr>
        <p:spPr>
          <a:xfrm>
            <a:off x="10019880" y="3740400"/>
            <a:ext cx="56160" cy="82080"/>
          </a:xfrm>
          <a:custGeom>
            <a:avLst/>
            <a:gdLst>
              <a:gd name="textAreaLeft" fmla="*/ 0 w 56160"/>
              <a:gd name="textAreaRight" fmla="*/ 56520 w 56160"/>
              <a:gd name="textAreaTop" fmla="*/ 0 h 82080"/>
              <a:gd name="textAreaBottom" fmla="*/ 82440 h 82080"/>
            </a:gdLst>
            <a:ahLst/>
            <a:cxnLst/>
            <a:rect l="textAreaLeft" t="textAreaTop" r="textAreaRight" b="textAreaBottom"/>
            <a:pathLst>
              <a:path w="56515" h="82550">
                <a:moveTo>
                  <a:pt x="55956" y="444"/>
                </a:moveTo>
                <a:lnTo>
                  <a:pt x="51193" y="0"/>
                </a:lnTo>
                <a:lnTo>
                  <a:pt x="51142" y="444"/>
                </a:lnTo>
                <a:lnTo>
                  <a:pt x="50863" y="3390"/>
                </a:lnTo>
                <a:lnTo>
                  <a:pt x="50634" y="5524"/>
                </a:lnTo>
                <a:lnTo>
                  <a:pt x="50469" y="6489"/>
                </a:lnTo>
                <a:lnTo>
                  <a:pt x="50012" y="9372"/>
                </a:lnTo>
                <a:lnTo>
                  <a:pt x="48488" y="16675"/>
                </a:lnTo>
                <a:lnTo>
                  <a:pt x="46139" y="25819"/>
                </a:lnTo>
                <a:lnTo>
                  <a:pt x="42430" y="37477"/>
                </a:lnTo>
                <a:lnTo>
                  <a:pt x="41973" y="38493"/>
                </a:lnTo>
                <a:lnTo>
                  <a:pt x="41668" y="39141"/>
                </a:lnTo>
                <a:lnTo>
                  <a:pt x="41452" y="39649"/>
                </a:lnTo>
                <a:lnTo>
                  <a:pt x="40373" y="42062"/>
                </a:lnTo>
                <a:lnTo>
                  <a:pt x="38544" y="46736"/>
                </a:lnTo>
                <a:lnTo>
                  <a:pt x="35382" y="43675"/>
                </a:lnTo>
                <a:lnTo>
                  <a:pt x="21678" y="44500"/>
                </a:lnTo>
                <a:lnTo>
                  <a:pt x="21183" y="44742"/>
                </a:lnTo>
                <a:lnTo>
                  <a:pt x="19951" y="45339"/>
                </a:lnTo>
                <a:lnTo>
                  <a:pt x="19100" y="44145"/>
                </a:lnTo>
                <a:lnTo>
                  <a:pt x="4775" y="50114"/>
                </a:lnTo>
                <a:lnTo>
                  <a:pt x="0" y="63246"/>
                </a:lnTo>
                <a:lnTo>
                  <a:pt x="4775" y="76377"/>
                </a:lnTo>
                <a:lnTo>
                  <a:pt x="19100" y="82346"/>
                </a:lnTo>
                <a:lnTo>
                  <a:pt x="20688" y="80213"/>
                </a:lnTo>
                <a:lnTo>
                  <a:pt x="21272" y="80213"/>
                </a:lnTo>
                <a:lnTo>
                  <a:pt x="24472" y="78879"/>
                </a:lnTo>
                <a:lnTo>
                  <a:pt x="27876" y="78879"/>
                </a:lnTo>
                <a:lnTo>
                  <a:pt x="32042" y="77089"/>
                </a:lnTo>
                <a:lnTo>
                  <a:pt x="32397" y="76733"/>
                </a:lnTo>
                <a:lnTo>
                  <a:pt x="32880" y="76695"/>
                </a:lnTo>
                <a:lnTo>
                  <a:pt x="36563" y="74904"/>
                </a:lnTo>
                <a:lnTo>
                  <a:pt x="36715" y="74739"/>
                </a:lnTo>
                <a:lnTo>
                  <a:pt x="37007" y="74701"/>
                </a:lnTo>
                <a:lnTo>
                  <a:pt x="36944" y="74460"/>
                </a:lnTo>
                <a:lnTo>
                  <a:pt x="45631" y="64579"/>
                </a:lnTo>
                <a:lnTo>
                  <a:pt x="44310" y="52260"/>
                </a:lnTo>
                <a:lnTo>
                  <a:pt x="41579" y="49644"/>
                </a:lnTo>
                <a:lnTo>
                  <a:pt x="44564" y="43967"/>
                </a:lnTo>
                <a:lnTo>
                  <a:pt x="44742" y="44043"/>
                </a:lnTo>
                <a:lnTo>
                  <a:pt x="45542" y="42214"/>
                </a:lnTo>
                <a:lnTo>
                  <a:pt x="45885" y="42316"/>
                </a:lnTo>
                <a:lnTo>
                  <a:pt x="46672" y="39738"/>
                </a:lnTo>
                <a:lnTo>
                  <a:pt x="46774" y="39535"/>
                </a:lnTo>
                <a:lnTo>
                  <a:pt x="47371" y="38239"/>
                </a:lnTo>
                <a:lnTo>
                  <a:pt x="48069" y="36601"/>
                </a:lnTo>
                <a:lnTo>
                  <a:pt x="47739" y="36461"/>
                </a:lnTo>
                <a:lnTo>
                  <a:pt x="49809" y="30073"/>
                </a:lnTo>
                <a:lnTo>
                  <a:pt x="49999" y="30111"/>
                </a:lnTo>
                <a:lnTo>
                  <a:pt x="50800" y="27038"/>
                </a:lnTo>
                <a:lnTo>
                  <a:pt x="50825" y="26911"/>
                </a:lnTo>
                <a:lnTo>
                  <a:pt x="51739" y="24104"/>
                </a:lnTo>
                <a:lnTo>
                  <a:pt x="51549" y="24053"/>
                </a:lnTo>
                <a:lnTo>
                  <a:pt x="52463" y="20408"/>
                </a:lnTo>
                <a:lnTo>
                  <a:pt x="52628" y="20434"/>
                </a:lnTo>
                <a:lnTo>
                  <a:pt x="53378" y="16827"/>
                </a:lnTo>
                <a:lnTo>
                  <a:pt x="54025" y="14338"/>
                </a:lnTo>
                <a:lnTo>
                  <a:pt x="53898" y="14312"/>
                </a:lnTo>
                <a:lnTo>
                  <a:pt x="54013" y="13728"/>
                </a:lnTo>
                <a:lnTo>
                  <a:pt x="54165" y="13741"/>
                </a:lnTo>
                <a:lnTo>
                  <a:pt x="54279" y="12941"/>
                </a:lnTo>
                <a:lnTo>
                  <a:pt x="54597" y="10922"/>
                </a:lnTo>
                <a:lnTo>
                  <a:pt x="54889" y="9512"/>
                </a:lnTo>
                <a:lnTo>
                  <a:pt x="55016" y="9525"/>
                </a:lnTo>
                <a:lnTo>
                  <a:pt x="55067" y="9029"/>
                </a:lnTo>
                <a:lnTo>
                  <a:pt x="55143" y="8305"/>
                </a:lnTo>
                <a:lnTo>
                  <a:pt x="55308" y="7531"/>
                </a:lnTo>
                <a:lnTo>
                  <a:pt x="55257" y="7289"/>
                </a:lnTo>
                <a:lnTo>
                  <a:pt x="55346" y="6845"/>
                </a:lnTo>
                <a:lnTo>
                  <a:pt x="55422" y="5943"/>
                </a:lnTo>
                <a:lnTo>
                  <a:pt x="55473" y="5702"/>
                </a:lnTo>
                <a:lnTo>
                  <a:pt x="55854" y="3365"/>
                </a:lnTo>
                <a:lnTo>
                  <a:pt x="55689" y="3340"/>
                </a:lnTo>
                <a:lnTo>
                  <a:pt x="55956" y="990"/>
                </a:lnTo>
                <a:lnTo>
                  <a:pt x="55956" y="4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object 3" descr=""/>
          <p:cNvPicPr/>
          <p:nvPr/>
        </p:nvPicPr>
        <p:blipFill>
          <a:blip r:embed="rId2"/>
          <a:stretch/>
        </p:blipFill>
        <p:spPr>
          <a:xfrm>
            <a:off x="2741760" y="3190680"/>
            <a:ext cx="7886160" cy="32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object 3" descr=""/>
          <p:cNvPicPr/>
          <p:nvPr/>
        </p:nvPicPr>
        <p:blipFill>
          <a:blip r:embed="rId2"/>
          <a:stretch/>
        </p:blipFill>
        <p:spPr>
          <a:xfrm>
            <a:off x="755640" y="2534040"/>
            <a:ext cx="609552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object 4"/>
          <p:cNvSpPr/>
          <p:nvPr/>
        </p:nvSpPr>
        <p:spPr>
          <a:xfrm>
            <a:off x="687600" y="7264080"/>
            <a:ext cx="387936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200" spc="269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(Genesis</a:t>
            </a:r>
            <a:r>
              <a:rPr b="0" lang="en-US" sz="3200" spc="275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 </a:t>
            </a:r>
            <a:r>
              <a:rPr b="0" lang="en-US" sz="3200" spc="181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37:23-</a:t>
            </a:r>
            <a:r>
              <a:rPr b="0" lang="en-US" sz="3200" spc="113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28)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object 3" descr=""/>
          <p:cNvPicPr/>
          <p:nvPr/>
        </p:nvPicPr>
        <p:blipFill>
          <a:blip r:embed="rId2"/>
          <a:stretch/>
        </p:blipFill>
        <p:spPr>
          <a:xfrm>
            <a:off x="3791880" y="358920"/>
            <a:ext cx="5374800" cy="713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object 4" descr=""/>
          <p:cNvPicPr/>
          <p:nvPr/>
        </p:nvPicPr>
        <p:blipFill>
          <a:blip r:embed="rId3"/>
          <a:stretch/>
        </p:blipFill>
        <p:spPr>
          <a:xfrm>
            <a:off x="5065560" y="8311320"/>
            <a:ext cx="2956320" cy="178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object 5"/>
          <p:cNvSpPr/>
          <p:nvPr/>
        </p:nvSpPr>
        <p:spPr>
          <a:xfrm>
            <a:off x="4954680" y="7670520"/>
            <a:ext cx="314280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200" spc="295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(Masten,</a:t>
            </a:r>
            <a:r>
              <a:rPr b="0" lang="en-US" sz="3200" spc="286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 </a:t>
            </a:r>
            <a:r>
              <a:rPr b="0" lang="en-US" sz="3200" spc="156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2001)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object 3" descr=""/>
          <p:cNvPicPr/>
          <p:nvPr/>
        </p:nvPicPr>
        <p:blipFill>
          <a:blip r:embed="rId2"/>
          <a:stretch/>
        </p:blipFill>
        <p:spPr>
          <a:xfrm>
            <a:off x="952560" y="758160"/>
            <a:ext cx="6989760" cy="3931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object 3" descr=""/>
          <p:cNvPicPr/>
          <p:nvPr/>
        </p:nvPicPr>
        <p:blipFill>
          <a:blip r:embed="rId2"/>
          <a:stretch/>
        </p:blipFill>
        <p:spPr>
          <a:xfrm>
            <a:off x="4313520" y="2785680"/>
            <a:ext cx="5130360" cy="410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object 3" descr=""/>
          <p:cNvPicPr/>
          <p:nvPr/>
        </p:nvPicPr>
        <p:blipFill>
          <a:blip r:embed="rId2"/>
          <a:stretch/>
        </p:blipFill>
        <p:spPr>
          <a:xfrm>
            <a:off x="810360" y="705960"/>
            <a:ext cx="4658040" cy="631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object 4"/>
          <p:cNvSpPr/>
          <p:nvPr/>
        </p:nvSpPr>
        <p:spPr>
          <a:xfrm>
            <a:off x="871560" y="7016760"/>
            <a:ext cx="503532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200" spc="244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(Baumeister</a:t>
            </a:r>
            <a:r>
              <a:rPr b="0" lang="en-US" sz="3200" spc="286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 </a:t>
            </a:r>
            <a:r>
              <a:rPr b="0" lang="en-US" sz="3200" spc="249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et</a:t>
            </a:r>
            <a:r>
              <a:rPr b="0" lang="en-US" sz="3200" spc="334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 </a:t>
            </a:r>
            <a:r>
              <a:rPr b="0" lang="en-US" sz="3200" spc="295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at.</a:t>
            </a:r>
            <a:r>
              <a:rPr b="0" lang="en-US" sz="3200" spc="300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 </a:t>
            </a:r>
            <a:r>
              <a:rPr b="0" lang="en-US" sz="3200" spc="156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1998)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object 3" descr=""/>
          <p:cNvPicPr/>
          <p:nvPr/>
        </p:nvPicPr>
        <p:blipFill>
          <a:blip r:embed="rId2"/>
          <a:stretch/>
        </p:blipFill>
        <p:spPr>
          <a:xfrm>
            <a:off x="3492000" y="3335040"/>
            <a:ext cx="6319080" cy="355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object 3" descr=""/>
          <p:cNvPicPr/>
          <p:nvPr/>
        </p:nvPicPr>
        <p:blipFill>
          <a:blip r:embed="rId2"/>
          <a:stretch/>
        </p:blipFill>
        <p:spPr>
          <a:xfrm>
            <a:off x="992880" y="936720"/>
            <a:ext cx="7393680" cy="853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object 4" descr=""/>
          <p:cNvPicPr/>
          <p:nvPr/>
        </p:nvPicPr>
        <p:blipFill>
          <a:blip r:embed="rId3"/>
          <a:stretch/>
        </p:blipFill>
        <p:spPr>
          <a:xfrm>
            <a:off x="9163800" y="7551000"/>
            <a:ext cx="2893320" cy="180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object 5"/>
          <p:cNvSpPr/>
          <p:nvPr/>
        </p:nvSpPr>
        <p:spPr>
          <a:xfrm>
            <a:off x="1046160" y="9536040"/>
            <a:ext cx="525096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200" spc="204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(Tedeschi</a:t>
            </a:r>
            <a:r>
              <a:rPr b="0" lang="en-US" sz="3200" spc="289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 </a:t>
            </a:r>
            <a:r>
              <a:rPr b="0" lang="en-US" sz="3200" spc="315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Calhoun,</a:t>
            </a:r>
            <a:r>
              <a:rPr b="0" lang="en-US" sz="3200" spc="295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 </a:t>
            </a:r>
            <a:r>
              <a:rPr b="0" lang="en-US" sz="3200" spc="145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2004)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56800" y="530640"/>
            <a:ext cx="2800800" cy="2277000"/>
          </a:xfrm>
          <a:prstGeom prst="rect">
            <a:avLst/>
          </a:prstGeom>
          <a:noFill/>
          <a:ln w="0">
            <a:noFill/>
          </a:ln>
        </p:spPr>
        <p:txBody>
          <a:bodyPr lIns="0" rIns="0" tIns="14040" bIns="0" anchor="t">
            <a:spAutoFit/>
          </a:bodyPr>
          <a:p>
            <a:pPr marL="12600" indent="0">
              <a:lnSpc>
                <a:spcPct val="100000"/>
              </a:lnSpc>
              <a:spcBef>
                <a:spcPts val="111"/>
              </a:spcBef>
              <a:buNone/>
            </a:pPr>
            <a:r>
              <a:rPr b="0" lang="en-US" sz="4950" spc="366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L</a:t>
            </a:r>
            <a:r>
              <a:rPr b="0" lang="en-US" sz="4950" spc="400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a</a:t>
            </a:r>
            <a:r>
              <a:rPr b="0" lang="en-US" sz="4950" spc="334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s</a:t>
            </a:r>
            <a:r>
              <a:rPr b="0" lang="en-US" sz="4950" spc="414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t</a:t>
            </a:r>
            <a:r>
              <a:rPr b="0" lang="en-US" sz="4950" spc="371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l</a:t>
            </a:r>
            <a:r>
              <a:rPr b="0" lang="en-US" sz="4950" spc="-170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y</a:t>
            </a:r>
            <a:r>
              <a:rPr b="0" lang="en-US" sz="4950" spc="400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,</a:t>
            </a:r>
            <a:endParaRPr b="0" lang="en-US" sz="49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object 3" descr=""/>
          <p:cNvPicPr/>
          <p:nvPr/>
        </p:nvPicPr>
        <p:blipFill>
          <a:blip r:embed="rId2"/>
          <a:stretch/>
        </p:blipFill>
        <p:spPr>
          <a:xfrm>
            <a:off x="3815280" y="3702240"/>
            <a:ext cx="2531160" cy="169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object 4" descr=""/>
          <p:cNvPicPr/>
          <p:nvPr/>
        </p:nvPicPr>
        <p:blipFill>
          <a:blip r:embed="rId3"/>
          <a:stretch/>
        </p:blipFill>
        <p:spPr>
          <a:xfrm>
            <a:off x="6675840" y="4091400"/>
            <a:ext cx="1563480" cy="154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object 5"/>
          <p:cNvSpPr/>
          <p:nvPr/>
        </p:nvSpPr>
        <p:spPr>
          <a:xfrm>
            <a:off x="8810280" y="4220640"/>
            <a:ext cx="353880" cy="1173600"/>
          </a:xfrm>
          <a:custGeom>
            <a:avLst/>
            <a:gdLst>
              <a:gd name="textAreaLeft" fmla="*/ 0 w 353880"/>
              <a:gd name="textAreaRight" fmla="*/ 354240 w 353880"/>
              <a:gd name="textAreaTop" fmla="*/ 0 h 1173600"/>
              <a:gd name="textAreaBottom" fmla="*/ 1173960 h 1173600"/>
            </a:gdLst>
            <a:ahLst/>
            <a:cxnLst/>
            <a:rect l="textAreaLeft" t="textAreaTop" r="textAreaRight" b="textAreaBottom"/>
            <a:pathLst>
              <a:path w="354329" h="1174114">
                <a:moveTo>
                  <a:pt x="353783" y="76034"/>
                </a:moveTo>
                <a:lnTo>
                  <a:pt x="353555" y="41986"/>
                </a:lnTo>
                <a:lnTo>
                  <a:pt x="342658" y="28778"/>
                </a:lnTo>
                <a:lnTo>
                  <a:pt x="341210" y="24472"/>
                </a:lnTo>
                <a:lnTo>
                  <a:pt x="335102" y="19608"/>
                </a:lnTo>
                <a:lnTo>
                  <a:pt x="328853" y="12026"/>
                </a:lnTo>
                <a:lnTo>
                  <a:pt x="327075" y="10896"/>
                </a:lnTo>
                <a:lnTo>
                  <a:pt x="325043" y="9601"/>
                </a:lnTo>
                <a:lnTo>
                  <a:pt x="321360" y="8674"/>
                </a:lnTo>
                <a:lnTo>
                  <a:pt x="314591" y="3263"/>
                </a:lnTo>
                <a:lnTo>
                  <a:pt x="302475" y="3416"/>
                </a:lnTo>
                <a:lnTo>
                  <a:pt x="301447" y="2794"/>
                </a:lnTo>
                <a:lnTo>
                  <a:pt x="299478" y="3098"/>
                </a:lnTo>
                <a:lnTo>
                  <a:pt x="287439" y="0"/>
                </a:lnTo>
                <a:lnTo>
                  <a:pt x="279539" y="3657"/>
                </a:lnTo>
                <a:lnTo>
                  <a:pt x="275780" y="3695"/>
                </a:lnTo>
                <a:lnTo>
                  <a:pt x="270421" y="5486"/>
                </a:lnTo>
                <a:lnTo>
                  <a:pt x="268097" y="7213"/>
                </a:lnTo>
                <a:lnTo>
                  <a:pt x="263715" y="7099"/>
                </a:lnTo>
                <a:lnTo>
                  <a:pt x="261366" y="8915"/>
                </a:lnTo>
                <a:lnTo>
                  <a:pt x="258559" y="9499"/>
                </a:lnTo>
                <a:lnTo>
                  <a:pt x="256819" y="11214"/>
                </a:lnTo>
                <a:lnTo>
                  <a:pt x="254546" y="11734"/>
                </a:lnTo>
                <a:lnTo>
                  <a:pt x="250672" y="14071"/>
                </a:lnTo>
                <a:lnTo>
                  <a:pt x="242404" y="23609"/>
                </a:lnTo>
                <a:lnTo>
                  <a:pt x="232422" y="31330"/>
                </a:lnTo>
                <a:lnTo>
                  <a:pt x="220903" y="46164"/>
                </a:lnTo>
                <a:lnTo>
                  <a:pt x="220459" y="47409"/>
                </a:lnTo>
                <a:lnTo>
                  <a:pt x="219468" y="48348"/>
                </a:lnTo>
                <a:lnTo>
                  <a:pt x="211734" y="60947"/>
                </a:lnTo>
                <a:lnTo>
                  <a:pt x="211531" y="61595"/>
                </a:lnTo>
                <a:lnTo>
                  <a:pt x="210934" y="62191"/>
                </a:lnTo>
                <a:lnTo>
                  <a:pt x="203403" y="75133"/>
                </a:lnTo>
                <a:lnTo>
                  <a:pt x="201764" y="81064"/>
                </a:lnTo>
                <a:lnTo>
                  <a:pt x="198335" y="86245"/>
                </a:lnTo>
                <a:lnTo>
                  <a:pt x="182562" y="133032"/>
                </a:lnTo>
                <a:lnTo>
                  <a:pt x="182537" y="133299"/>
                </a:lnTo>
                <a:lnTo>
                  <a:pt x="182460" y="133426"/>
                </a:lnTo>
                <a:lnTo>
                  <a:pt x="179933" y="141122"/>
                </a:lnTo>
                <a:lnTo>
                  <a:pt x="179844" y="142582"/>
                </a:lnTo>
                <a:lnTo>
                  <a:pt x="179082" y="143891"/>
                </a:lnTo>
                <a:lnTo>
                  <a:pt x="156616" y="227736"/>
                </a:lnTo>
                <a:lnTo>
                  <a:pt x="156629" y="228028"/>
                </a:lnTo>
                <a:lnTo>
                  <a:pt x="156464" y="228282"/>
                </a:lnTo>
                <a:lnTo>
                  <a:pt x="141528" y="284391"/>
                </a:lnTo>
                <a:lnTo>
                  <a:pt x="141528" y="284581"/>
                </a:lnTo>
                <a:lnTo>
                  <a:pt x="141439" y="284734"/>
                </a:lnTo>
                <a:lnTo>
                  <a:pt x="127292" y="339051"/>
                </a:lnTo>
                <a:lnTo>
                  <a:pt x="127304" y="339344"/>
                </a:lnTo>
                <a:lnTo>
                  <a:pt x="127203" y="339509"/>
                </a:lnTo>
                <a:lnTo>
                  <a:pt x="112915" y="393522"/>
                </a:lnTo>
                <a:lnTo>
                  <a:pt x="112915" y="393738"/>
                </a:lnTo>
                <a:lnTo>
                  <a:pt x="112814" y="393928"/>
                </a:lnTo>
                <a:lnTo>
                  <a:pt x="98717" y="451421"/>
                </a:lnTo>
                <a:lnTo>
                  <a:pt x="98717" y="451700"/>
                </a:lnTo>
                <a:lnTo>
                  <a:pt x="98577" y="451967"/>
                </a:lnTo>
                <a:lnTo>
                  <a:pt x="74612" y="553720"/>
                </a:lnTo>
                <a:lnTo>
                  <a:pt x="74625" y="554583"/>
                </a:lnTo>
                <a:lnTo>
                  <a:pt x="74269" y="555307"/>
                </a:lnTo>
                <a:lnTo>
                  <a:pt x="50355" y="671588"/>
                </a:lnTo>
                <a:lnTo>
                  <a:pt x="50393" y="671944"/>
                </a:lnTo>
                <a:lnTo>
                  <a:pt x="50203" y="672287"/>
                </a:lnTo>
                <a:lnTo>
                  <a:pt x="30949" y="770559"/>
                </a:lnTo>
                <a:lnTo>
                  <a:pt x="30988" y="770966"/>
                </a:lnTo>
                <a:lnTo>
                  <a:pt x="30861" y="771207"/>
                </a:lnTo>
                <a:lnTo>
                  <a:pt x="25146" y="802208"/>
                </a:lnTo>
                <a:lnTo>
                  <a:pt x="25273" y="803173"/>
                </a:lnTo>
                <a:lnTo>
                  <a:pt x="24853" y="803998"/>
                </a:lnTo>
                <a:lnTo>
                  <a:pt x="11709" y="890066"/>
                </a:lnTo>
                <a:lnTo>
                  <a:pt x="11976" y="891730"/>
                </a:lnTo>
                <a:lnTo>
                  <a:pt x="11315" y="893241"/>
                </a:lnTo>
                <a:lnTo>
                  <a:pt x="5308" y="962939"/>
                </a:lnTo>
                <a:lnTo>
                  <a:pt x="5435" y="963549"/>
                </a:lnTo>
                <a:lnTo>
                  <a:pt x="5156" y="964234"/>
                </a:lnTo>
                <a:lnTo>
                  <a:pt x="2032" y="1004671"/>
                </a:lnTo>
                <a:lnTo>
                  <a:pt x="2184" y="1005319"/>
                </a:lnTo>
                <a:lnTo>
                  <a:pt x="1981" y="1005852"/>
                </a:lnTo>
                <a:lnTo>
                  <a:pt x="0" y="1039990"/>
                </a:lnTo>
                <a:lnTo>
                  <a:pt x="812" y="1043114"/>
                </a:lnTo>
                <a:lnTo>
                  <a:pt x="0" y="1046086"/>
                </a:lnTo>
                <a:lnTo>
                  <a:pt x="2971" y="1051306"/>
                </a:lnTo>
                <a:lnTo>
                  <a:pt x="10071" y="1078318"/>
                </a:lnTo>
                <a:lnTo>
                  <a:pt x="21920" y="1086967"/>
                </a:lnTo>
                <a:lnTo>
                  <a:pt x="21729" y="1087767"/>
                </a:lnTo>
                <a:lnTo>
                  <a:pt x="26047" y="1114704"/>
                </a:lnTo>
                <a:lnTo>
                  <a:pt x="27686" y="1117371"/>
                </a:lnTo>
                <a:lnTo>
                  <a:pt x="27432" y="1120508"/>
                </a:lnTo>
                <a:lnTo>
                  <a:pt x="32346" y="1137018"/>
                </a:lnTo>
                <a:lnTo>
                  <a:pt x="35140" y="1140307"/>
                </a:lnTo>
                <a:lnTo>
                  <a:pt x="35674" y="1144562"/>
                </a:lnTo>
                <a:lnTo>
                  <a:pt x="40081" y="1152207"/>
                </a:lnTo>
                <a:lnTo>
                  <a:pt x="40398" y="1152461"/>
                </a:lnTo>
                <a:lnTo>
                  <a:pt x="40474" y="1152944"/>
                </a:lnTo>
                <a:lnTo>
                  <a:pt x="41021" y="1153845"/>
                </a:lnTo>
                <a:lnTo>
                  <a:pt x="41122" y="1153985"/>
                </a:lnTo>
                <a:lnTo>
                  <a:pt x="41376" y="1154442"/>
                </a:lnTo>
                <a:lnTo>
                  <a:pt x="67449" y="1173492"/>
                </a:lnTo>
                <a:lnTo>
                  <a:pt x="95961" y="1167815"/>
                </a:lnTo>
                <a:lnTo>
                  <a:pt x="114173" y="1145159"/>
                </a:lnTo>
                <a:lnTo>
                  <a:pt x="109334" y="1113205"/>
                </a:lnTo>
                <a:lnTo>
                  <a:pt x="109194" y="1112989"/>
                </a:lnTo>
                <a:lnTo>
                  <a:pt x="101003" y="1084910"/>
                </a:lnTo>
                <a:lnTo>
                  <a:pt x="103200" y="1083665"/>
                </a:lnTo>
                <a:lnTo>
                  <a:pt x="117576" y="1046734"/>
                </a:lnTo>
                <a:lnTo>
                  <a:pt x="119557" y="1012609"/>
                </a:lnTo>
                <a:lnTo>
                  <a:pt x="122478" y="974547"/>
                </a:lnTo>
                <a:lnTo>
                  <a:pt x="129997" y="907021"/>
                </a:lnTo>
                <a:lnTo>
                  <a:pt x="142811" y="823074"/>
                </a:lnTo>
                <a:lnTo>
                  <a:pt x="148285" y="793534"/>
                </a:lnTo>
                <a:lnTo>
                  <a:pt x="167309" y="696023"/>
                </a:lnTo>
                <a:lnTo>
                  <a:pt x="167386" y="695896"/>
                </a:lnTo>
                <a:lnTo>
                  <a:pt x="191681" y="579996"/>
                </a:lnTo>
                <a:lnTo>
                  <a:pt x="191744" y="579716"/>
                </a:lnTo>
                <a:lnTo>
                  <a:pt x="215404" y="479501"/>
                </a:lnTo>
                <a:lnTo>
                  <a:pt x="229247" y="422897"/>
                </a:lnTo>
                <a:lnTo>
                  <a:pt x="229349" y="422503"/>
                </a:lnTo>
                <a:lnTo>
                  <a:pt x="242341" y="368528"/>
                </a:lnTo>
                <a:lnTo>
                  <a:pt x="256209" y="315048"/>
                </a:lnTo>
                <a:lnTo>
                  <a:pt x="271068" y="259334"/>
                </a:lnTo>
                <a:lnTo>
                  <a:pt x="271195" y="258889"/>
                </a:lnTo>
                <a:lnTo>
                  <a:pt x="294259" y="177609"/>
                </a:lnTo>
                <a:lnTo>
                  <a:pt x="296468" y="170929"/>
                </a:lnTo>
                <a:lnTo>
                  <a:pt x="310083" y="130352"/>
                </a:lnTo>
                <a:lnTo>
                  <a:pt x="313753" y="124079"/>
                </a:lnTo>
                <a:lnTo>
                  <a:pt x="321564" y="111455"/>
                </a:lnTo>
                <a:lnTo>
                  <a:pt x="321627" y="111213"/>
                </a:lnTo>
                <a:lnTo>
                  <a:pt x="335457" y="104851"/>
                </a:lnTo>
                <a:lnTo>
                  <a:pt x="353783" y="7603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6" name="object 6"/>
          <p:cNvGrpSpPr/>
          <p:nvPr/>
        </p:nvGrpSpPr>
        <p:grpSpPr>
          <a:xfrm>
            <a:off x="3234960" y="5621040"/>
            <a:ext cx="6560640" cy="1216800"/>
            <a:chOff x="3234960" y="5621040"/>
            <a:chExt cx="6560640" cy="1216800"/>
          </a:xfrm>
        </p:grpSpPr>
        <p:pic>
          <p:nvPicPr>
            <p:cNvPr id="97" name="object 7" descr=""/>
            <p:cNvPicPr/>
            <p:nvPr/>
          </p:nvPicPr>
          <p:blipFill>
            <a:blip r:embed="rId4"/>
            <a:stretch/>
          </p:blipFill>
          <p:spPr>
            <a:xfrm>
              <a:off x="8697240" y="5621040"/>
              <a:ext cx="250920" cy="190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8" name="object 8" descr=""/>
            <p:cNvPicPr/>
            <p:nvPr/>
          </p:nvPicPr>
          <p:blipFill>
            <a:blip r:embed="rId5"/>
            <a:stretch/>
          </p:blipFill>
          <p:spPr>
            <a:xfrm>
              <a:off x="3234960" y="5788800"/>
              <a:ext cx="6560640" cy="10490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3410720" cy="103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object 3" descr=""/>
          <p:cNvPicPr/>
          <p:nvPr/>
        </p:nvPicPr>
        <p:blipFill>
          <a:blip r:embed="rId2"/>
          <a:stretch/>
        </p:blipFill>
        <p:spPr>
          <a:xfrm>
            <a:off x="1001520" y="2531160"/>
            <a:ext cx="11140560" cy="53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object 4" descr=""/>
          <p:cNvPicPr/>
          <p:nvPr/>
        </p:nvPicPr>
        <p:blipFill>
          <a:blip r:embed="rId3"/>
          <a:stretch/>
        </p:blipFill>
        <p:spPr>
          <a:xfrm>
            <a:off x="1135080" y="1290960"/>
            <a:ext cx="581040" cy="57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object 5" descr=""/>
          <p:cNvPicPr/>
          <p:nvPr/>
        </p:nvPicPr>
        <p:blipFill>
          <a:blip r:embed="rId4"/>
          <a:stretch/>
        </p:blipFill>
        <p:spPr>
          <a:xfrm>
            <a:off x="1839600" y="1218240"/>
            <a:ext cx="1948320" cy="62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object 6" descr=""/>
          <p:cNvPicPr/>
          <p:nvPr/>
        </p:nvPicPr>
        <p:blipFill>
          <a:blip r:embed="rId5"/>
          <a:stretch/>
        </p:blipFill>
        <p:spPr>
          <a:xfrm>
            <a:off x="4125960" y="1461240"/>
            <a:ext cx="426600" cy="330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LibreOffice/25.8.2.2$Linux_X86_64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2026-03-04T15:14:24Z</dcterms:created>
  <dc:creator/>
  <dc:description/>
  <dc:language>en-US</dc:language>
  <cp:lastModifiedBy/>
  <dcterms:modified xsi:type="dcterms:W3CDTF">2026-03-04T12:05:54Z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2026-03-04T00:00:00Z</vt:filetime>
  </property>
  <property fmtid="{D5CDD505-2E9C-101B-9397-08002B2CF9AE}" pid="3" name="LastSaved">
    <vt:filetime>2026-03-04T00:00:00Z</vt:filetime>
  </property>
  <property fmtid="{D5CDD505-2E9C-101B-9397-08002B2CF9AE}" pid="4" name="PresentationFormat">
    <vt:lpwstr>On-screen Show (4:3)</vt:lpwstr>
  </property>
  <property fmtid="{D5CDD505-2E9C-101B-9397-08002B2CF9AE}" pid="5" name="Producer">
    <vt:lpwstr>cairo 1.18.4 (https://cairographics.org)</vt:lpwstr>
  </property>
</Properties>
</file>